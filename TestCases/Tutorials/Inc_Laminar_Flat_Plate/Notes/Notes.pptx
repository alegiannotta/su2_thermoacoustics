
<file path=[Content_Types].xml><?xml version="1.0" encoding="utf-8"?>
<Types xmlns="http://schemas.openxmlformats.org/package/2006/content-types">
  <Default Extension="avi" ContentType="video/x-msvideo"/>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8" r:id="rId2"/>
    <p:sldId id="261" r:id="rId3"/>
    <p:sldId id="259" r:id="rId4"/>
    <p:sldId id="262" r:id="rId5"/>
    <p:sldId id="260" r:id="rId6"/>
  </p:sldIdLst>
  <p:sldSz cx="12192000" cy="6858000"/>
  <p:notesSz cx="6858000" cy="9144000"/>
  <p:defaultTextStyle>
    <a:defPPr>
      <a:defRPr lang="en-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069"/>
    <p:restoredTop sz="94576"/>
  </p:normalViewPr>
  <p:slideViewPr>
    <p:cSldViewPr snapToGrid="0">
      <p:cViewPr>
        <p:scale>
          <a:sx n="118" d="100"/>
          <a:sy n="118" d="100"/>
        </p:scale>
        <p:origin x="1048" y="82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5T14:14:33.854"/>
    </inkml:context>
    <inkml:brush xml:id="br0">
      <inkml:brushProperty name="width" value="0.2" units="cm"/>
      <inkml:brushProperty name="height" value="0.4" units="cm"/>
      <inkml:brushProperty name="color" value="#FFFC00"/>
      <inkml:brushProperty name="tip" value="rectangle"/>
      <inkml:brushProperty name="rasterOp" value="maskPen"/>
    </inkml:brush>
  </inkml:definitions>
  <inkml:trace contextRef="#ctx0" brushRef="#br0">0 0,'37'0,"27"0,18 0,-17 0,8 0,-21 0,-29 0,28 0,-41 0,20 0,-13 5,14-4,-12 3,1-4,10 0,-8 0,4 0,-12 0,1 0,0 0,5 0,-1 0,1 0,-5 0,4 0,-8 0,7 0,-2 0,-1 0,3 0,8 0,-3 0,7 0,-15 0,4 0,6 0,8 0,-4 0,32 0,-6 0,5 0,-13 0,-18 0,-15 0,26 0,-12 0,37 0,-31 0,27 0,-48 0,27 0,-22 0,12 0,-10 0,10 0,-8 0,4 0,-7 0,-4 0,0 0,4 0,-8 0,3 0,-4 0,15 7,-8-6,14 6,-1-7,-8 0,4 0,-12 0,0 0,-3 0,3 0,1 0,-4 0,3 0,-4 0,4 0,-3 0,3 0,-4 0,4 0,1 0,37 0,-29 0,28-5,-25 4,-8-3,21 4,-21 0,44 0,-34 0,24 0,-33 0,-3 0,2 0,-2 0,14 0,46 0,-33 0,30 0,-42 0,-9 0,8 0,-10 0,-1 0,1 0,0 0,10 0,-8 0,8 0,1 0,1 0,1 0,8 6,-19-4,4 4,-7-6,7 0,-4 0,4 0,-8 0,-3 0,1 0,13 0,-1 0,5 0,-7 0,-7 0,-4 0,15 0,-8 0,9 0,-12 0,1 0,-5 0,14 7,-11-6,8 6,-7-7,-4 0,0 0,-1 0,1 0,-5 0,5 0,-6 0,1 0,4 0,-3 0,19 0,-17 0,16 0,-14 0,5 0,0-5,-1 4,1-3,8-1,-6 4,2-3,-14-1,3 4,-6-3,7 4,-4 0,0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5T14:14:37.425"/>
    </inkml:context>
    <inkml:brush xml:id="br0">
      <inkml:brushProperty name="width" value="0.2" units="cm"/>
      <inkml:brushProperty name="height" value="0.4" units="cm"/>
      <inkml:brushProperty name="color" value="#FFFC00"/>
      <inkml:brushProperty name="tip" value="rectangle"/>
      <inkml:brushProperty name="rasterOp" value="maskPen"/>
    </inkml:brush>
  </inkml:definitions>
  <inkml:trace contextRef="#ctx0" brushRef="#br0">1 39,'26'-6,"1"2,42 4,-4 0,-10 0,3 0,1 0,-4 0,10 0,19 0,-51 6,-1-4,52 5,-20-7,2 0,31 0,-31 1,-5-2,-7-10,17 9,-1-8,-16 5,-24 4,-14-3,34 4,6 0,3 0,-4 0,-4 0,-18-5,40 4,-58-3,4 4,-8 0,7 0,-7 4,40-3,-28 4,29-5,-1 0,-12 0,26 0,-33 0,31 0,-36 0,25 0,-37 0,-1 0,-4 0,0 0,4 0,-3 0,3 0,-4 0,0 0,4 0,-3 0,61 0,-43 0,44 0,-57 0,2 0,-7 0,8 0,-8 0,3 0,0 0,12 6,-4-4,4 4,3-6,-11 0,12 0,-15 0,4 0,28 0,-19 0,34 0,-44 0,11 0,-18 0,18 0,-15 0,15 0,-14 0,15 0,3 0,0 0,-3 0,24 7,9 1,34-4,-29 7,4-1,6-8,-5-2,8 6,-28-5,-3-2,2 1,4 7,4 1,16-4,-15 4,-2-1,-9-7,-34 0,-1 0,-1 0,0 0,-3 0,3 0,-4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5T14:46:14.040"/>
    </inkml:context>
    <inkml:brush xml:id="br0">
      <inkml:brushProperty name="width" value="0.2" units="cm"/>
      <inkml:brushProperty name="height" value="0.4" units="cm"/>
      <inkml:brushProperty name="color" value="#FFFC00"/>
      <inkml:brushProperty name="tip" value="rectangle"/>
      <inkml:brushProperty name="rasterOp" value="maskPen"/>
    </inkml:brush>
  </inkml:definitions>
  <inkml:trace contextRef="#ctx0" brushRef="#br0">0 0,'91'7,"0"0,-18-1,4-2,-1-3,6-1,-3-1,12 1,-1 0,-15 0,2 0,-8 0,-6 0,-7 0,44 0,-80 0,12 0,-8 0,41 0,-36 0,25 0,-33 0,0 0,-1 0,1 0,10 0,-7 0,19 0,-20 0,9 0,-12 0,1 0,11 0,25 0,-17 0,48 0,-25 0,-5 0,28 0,-50 0,16 0,-10 0,-12 0,16 0,-1 0,-15 0,12 0,-24 0,14 0,0 0,2 0,34 0,-28 0,26 0,14 0,-39 0,46 0,-58 0,62 0,-45 0,8 0,2 0,7 0,11 0,17 0,-40 0,17 0,-34 0,32 0,-26 0,28 0,-34 0,-2 0,0 0,-13 0,7 0,-11 0,-4 0,4 0,11-7,-7 6,12-6,-19 7,-3 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2B6AFF-3843-ECFE-F453-5E6E71B05FD0}"/>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IT"/>
          </a:p>
        </p:txBody>
      </p:sp>
      <p:sp>
        <p:nvSpPr>
          <p:cNvPr id="3" name="Subtitle 2">
            <a:extLst>
              <a:ext uri="{FF2B5EF4-FFF2-40B4-BE49-F238E27FC236}">
                <a16:creationId xmlns:a16="http://schemas.microsoft.com/office/drawing/2014/main" id="{194CD947-309D-9952-9103-F0553C61628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IT"/>
          </a:p>
        </p:txBody>
      </p:sp>
      <p:sp>
        <p:nvSpPr>
          <p:cNvPr id="4" name="Date Placeholder 3">
            <a:extLst>
              <a:ext uri="{FF2B5EF4-FFF2-40B4-BE49-F238E27FC236}">
                <a16:creationId xmlns:a16="http://schemas.microsoft.com/office/drawing/2014/main" id="{CDCDDC67-D081-49DD-9B6B-5234BD1B2BA8}"/>
              </a:ext>
            </a:extLst>
          </p:cNvPr>
          <p:cNvSpPr>
            <a:spLocks noGrp="1"/>
          </p:cNvSpPr>
          <p:nvPr>
            <p:ph type="dt" sz="half" idx="10"/>
          </p:nvPr>
        </p:nvSpPr>
        <p:spPr/>
        <p:txBody>
          <a:bodyPr/>
          <a:lstStyle/>
          <a:p>
            <a:fld id="{6B1BD496-5229-2C43-8BD8-280CD73DF964}" type="datetimeFigureOut">
              <a:rPr lang="en-IT" smtClean="0"/>
              <a:t>25/11/25</a:t>
            </a:fld>
            <a:endParaRPr lang="en-IT"/>
          </a:p>
        </p:txBody>
      </p:sp>
      <p:sp>
        <p:nvSpPr>
          <p:cNvPr id="5" name="Footer Placeholder 4">
            <a:extLst>
              <a:ext uri="{FF2B5EF4-FFF2-40B4-BE49-F238E27FC236}">
                <a16:creationId xmlns:a16="http://schemas.microsoft.com/office/drawing/2014/main" id="{A572DB5A-492D-6087-8294-8C776C5EB2BE}"/>
              </a:ext>
            </a:extLst>
          </p:cNvPr>
          <p:cNvSpPr>
            <a:spLocks noGrp="1"/>
          </p:cNvSpPr>
          <p:nvPr>
            <p:ph type="ftr" sz="quarter" idx="11"/>
          </p:nvPr>
        </p:nvSpPr>
        <p:spPr/>
        <p:txBody>
          <a:bodyPr/>
          <a:lstStyle/>
          <a:p>
            <a:endParaRPr lang="en-IT"/>
          </a:p>
        </p:txBody>
      </p:sp>
      <p:sp>
        <p:nvSpPr>
          <p:cNvPr id="6" name="Slide Number Placeholder 5">
            <a:extLst>
              <a:ext uri="{FF2B5EF4-FFF2-40B4-BE49-F238E27FC236}">
                <a16:creationId xmlns:a16="http://schemas.microsoft.com/office/drawing/2014/main" id="{8EC4F36B-3AE0-17DE-48FA-2AB533168383}"/>
              </a:ext>
            </a:extLst>
          </p:cNvPr>
          <p:cNvSpPr>
            <a:spLocks noGrp="1"/>
          </p:cNvSpPr>
          <p:nvPr>
            <p:ph type="sldNum" sz="quarter" idx="12"/>
          </p:nvPr>
        </p:nvSpPr>
        <p:spPr/>
        <p:txBody>
          <a:bodyPr/>
          <a:lstStyle/>
          <a:p>
            <a:fld id="{D60CA2C8-7877-A745-9AD8-E7DB0742CE65}" type="slidenum">
              <a:rPr lang="en-IT" smtClean="0"/>
              <a:t>‹#›</a:t>
            </a:fld>
            <a:endParaRPr lang="en-IT"/>
          </a:p>
        </p:txBody>
      </p:sp>
    </p:spTree>
    <p:extLst>
      <p:ext uri="{BB962C8B-B14F-4D97-AF65-F5344CB8AC3E}">
        <p14:creationId xmlns:p14="http://schemas.microsoft.com/office/powerpoint/2010/main" val="16479971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3A7D2B-52B1-413B-64E8-2E402A0A36D7}"/>
              </a:ext>
            </a:extLst>
          </p:cNvPr>
          <p:cNvSpPr>
            <a:spLocks noGrp="1"/>
          </p:cNvSpPr>
          <p:nvPr>
            <p:ph type="title"/>
          </p:nvPr>
        </p:nvSpPr>
        <p:spPr/>
        <p:txBody>
          <a:bodyPr/>
          <a:lstStyle/>
          <a:p>
            <a:r>
              <a:rPr lang="en-GB"/>
              <a:t>Click to edit Master title style</a:t>
            </a:r>
            <a:endParaRPr lang="en-IT"/>
          </a:p>
        </p:txBody>
      </p:sp>
      <p:sp>
        <p:nvSpPr>
          <p:cNvPr id="3" name="Content Placeholder 2">
            <a:extLst>
              <a:ext uri="{FF2B5EF4-FFF2-40B4-BE49-F238E27FC236}">
                <a16:creationId xmlns:a16="http://schemas.microsoft.com/office/drawing/2014/main" id="{FF29516F-EA82-3B01-66B8-0C7A1C460CD9}"/>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4" name="Date Placeholder 3">
            <a:extLst>
              <a:ext uri="{FF2B5EF4-FFF2-40B4-BE49-F238E27FC236}">
                <a16:creationId xmlns:a16="http://schemas.microsoft.com/office/drawing/2014/main" id="{E049EE73-32CD-C525-6962-70782AC4C6DA}"/>
              </a:ext>
            </a:extLst>
          </p:cNvPr>
          <p:cNvSpPr>
            <a:spLocks noGrp="1"/>
          </p:cNvSpPr>
          <p:nvPr>
            <p:ph type="dt" sz="half" idx="10"/>
          </p:nvPr>
        </p:nvSpPr>
        <p:spPr/>
        <p:txBody>
          <a:bodyPr/>
          <a:lstStyle/>
          <a:p>
            <a:fld id="{6B1BD496-5229-2C43-8BD8-280CD73DF964}" type="datetimeFigureOut">
              <a:rPr lang="en-IT" smtClean="0"/>
              <a:t>25/11/25</a:t>
            </a:fld>
            <a:endParaRPr lang="en-IT"/>
          </a:p>
        </p:txBody>
      </p:sp>
      <p:sp>
        <p:nvSpPr>
          <p:cNvPr id="5" name="Footer Placeholder 4">
            <a:extLst>
              <a:ext uri="{FF2B5EF4-FFF2-40B4-BE49-F238E27FC236}">
                <a16:creationId xmlns:a16="http://schemas.microsoft.com/office/drawing/2014/main" id="{1B20794D-3A68-114E-D50C-DF01C972B293}"/>
              </a:ext>
            </a:extLst>
          </p:cNvPr>
          <p:cNvSpPr>
            <a:spLocks noGrp="1"/>
          </p:cNvSpPr>
          <p:nvPr>
            <p:ph type="ftr" sz="quarter" idx="11"/>
          </p:nvPr>
        </p:nvSpPr>
        <p:spPr/>
        <p:txBody>
          <a:bodyPr/>
          <a:lstStyle/>
          <a:p>
            <a:endParaRPr lang="en-IT"/>
          </a:p>
        </p:txBody>
      </p:sp>
      <p:sp>
        <p:nvSpPr>
          <p:cNvPr id="6" name="Slide Number Placeholder 5">
            <a:extLst>
              <a:ext uri="{FF2B5EF4-FFF2-40B4-BE49-F238E27FC236}">
                <a16:creationId xmlns:a16="http://schemas.microsoft.com/office/drawing/2014/main" id="{9B1432F0-466E-6123-EA67-5D2D662AEE48}"/>
              </a:ext>
            </a:extLst>
          </p:cNvPr>
          <p:cNvSpPr>
            <a:spLocks noGrp="1"/>
          </p:cNvSpPr>
          <p:nvPr>
            <p:ph type="sldNum" sz="quarter" idx="12"/>
          </p:nvPr>
        </p:nvSpPr>
        <p:spPr/>
        <p:txBody>
          <a:bodyPr/>
          <a:lstStyle/>
          <a:p>
            <a:fld id="{D60CA2C8-7877-A745-9AD8-E7DB0742CE65}" type="slidenum">
              <a:rPr lang="en-IT" smtClean="0"/>
              <a:t>‹#›</a:t>
            </a:fld>
            <a:endParaRPr lang="en-IT"/>
          </a:p>
        </p:txBody>
      </p:sp>
    </p:spTree>
    <p:extLst>
      <p:ext uri="{BB962C8B-B14F-4D97-AF65-F5344CB8AC3E}">
        <p14:creationId xmlns:p14="http://schemas.microsoft.com/office/powerpoint/2010/main" val="41615174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6B3DF9-DE3E-A7B2-5F26-E103789C3CB4}"/>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IT"/>
          </a:p>
        </p:txBody>
      </p:sp>
      <p:sp>
        <p:nvSpPr>
          <p:cNvPr id="3" name="Text Placeholder 2">
            <a:extLst>
              <a:ext uri="{FF2B5EF4-FFF2-40B4-BE49-F238E27FC236}">
                <a16:creationId xmlns:a16="http://schemas.microsoft.com/office/drawing/2014/main" id="{094974DF-606F-EDAD-717F-9F8B08A0CA0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FCB67BAC-9AD0-71FE-E724-227F81A266AF}"/>
              </a:ext>
            </a:extLst>
          </p:cNvPr>
          <p:cNvSpPr>
            <a:spLocks noGrp="1"/>
          </p:cNvSpPr>
          <p:nvPr>
            <p:ph type="dt" sz="half" idx="10"/>
          </p:nvPr>
        </p:nvSpPr>
        <p:spPr/>
        <p:txBody>
          <a:bodyPr/>
          <a:lstStyle/>
          <a:p>
            <a:fld id="{6B1BD496-5229-2C43-8BD8-280CD73DF964}" type="datetimeFigureOut">
              <a:rPr lang="en-IT" smtClean="0"/>
              <a:t>25/11/25</a:t>
            </a:fld>
            <a:endParaRPr lang="en-IT"/>
          </a:p>
        </p:txBody>
      </p:sp>
      <p:sp>
        <p:nvSpPr>
          <p:cNvPr id="5" name="Footer Placeholder 4">
            <a:extLst>
              <a:ext uri="{FF2B5EF4-FFF2-40B4-BE49-F238E27FC236}">
                <a16:creationId xmlns:a16="http://schemas.microsoft.com/office/drawing/2014/main" id="{A1D3CF59-451B-7FA5-E905-7EBE7CABDB90}"/>
              </a:ext>
            </a:extLst>
          </p:cNvPr>
          <p:cNvSpPr>
            <a:spLocks noGrp="1"/>
          </p:cNvSpPr>
          <p:nvPr>
            <p:ph type="ftr" sz="quarter" idx="11"/>
          </p:nvPr>
        </p:nvSpPr>
        <p:spPr/>
        <p:txBody>
          <a:bodyPr/>
          <a:lstStyle/>
          <a:p>
            <a:endParaRPr lang="en-IT"/>
          </a:p>
        </p:txBody>
      </p:sp>
      <p:sp>
        <p:nvSpPr>
          <p:cNvPr id="6" name="Slide Number Placeholder 5">
            <a:extLst>
              <a:ext uri="{FF2B5EF4-FFF2-40B4-BE49-F238E27FC236}">
                <a16:creationId xmlns:a16="http://schemas.microsoft.com/office/drawing/2014/main" id="{17FDF904-B96F-0C4C-B618-CE4CD1C53393}"/>
              </a:ext>
            </a:extLst>
          </p:cNvPr>
          <p:cNvSpPr>
            <a:spLocks noGrp="1"/>
          </p:cNvSpPr>
          <p:nvPr>
            <p:ph type="sldNum" sz="quarter" idx="12"/>
          </p:nvPr>
        </p:nvSpPr>
        <p:spPr/>
        <p:txBody>
          <a:bodyPr/>
          <a:lstStyle/>
          <a:p>
            <a:fld id="{D60CA2C8-7877-A745-9AD8-E7DB0742CE65}" type="slidenum">
              <a:rPr lang="en-IT" smtClean="0"/>
              <a:t>‹#›</a:t>
            </a:fld>
            <a:endParaRPr lang="en-IT"/>
          </a:p>
        </p:txBody>
      </p:sp>
    </p:spTree>
    <p:extLst>
      <p:ext uri="{BB962C8B-B14F-4D97-AF65-F5344CB8AC3E}">
        <p14:creationId xmlns:p14="http://schemas.microsoft.com/office/powerpoint/2010/main" val="41898726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79226-B7B5-0DCD-DC6D-C3B34B8D5636}"/>
              </a:ext>
            </a:extLst>
          </p:cNvPr>
          <p:cNvSpPr>
            <a:spLocks noGrp="1"/>
          </p:cNvSpPr>
          <p:nvPr>
            <p:ph type="title"/>
          </p:nvPr>
        </p:nvSpPr>
        <p:spPr/>
        <p:txBody>
          <a:bodyPr/>
          <a:lstStyle/>
          <a:p>
            <a:r>
              <a:rPr lang="en-GB"/>
              <a:t>Click to edit Master title style</a:t>
            </a:r>
            <a:endParaRPr lang="en-IT"/>
          </a:p>
        </p:txBody>
      </p:sp>
      <p:sp>
        <p:nvSpPr>
          <p:cNvPr id="3" name="Content Placeholder 2">
            <a:extLst>
              <a:ext uri="{FF2B5EF4-FFF2-40B4-BE49-F238E27FC236}">
                <a16:creationId xmlns:a16="http://schemas.microsoft.com/office/drawing/2014/main" id="{9070B640-0610-1AE9-1732-F26D02249B9F}"/>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4" name="Content Placeholder 3">
            <a:extLst>
              <a:ext uri="{FF2B5EF4-FFF2-40B4-BE49-F238E27FC236}">
                <a16:creationId xmlns:a16="http://schemas.microsoft.com/office/drawing/2014/main" id="{309B9368-BA42-3430-5FD8-6023AA0C2A05}"/>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5" name="Date Placeholder 4">
            <a:extLst>
              <a:ext uri="{FF2B5EF4-FFF2-40B4-BE49-F238E27FC236}">
                <a16:creationId xmlns:a16="http://schemas.microsoft.com/office/drawing/2014/main" id="{0CE2C7A5-A296-EFFB-134A-E5D28176F174}"/>
              </a:ext>
            </a:extLst>
          </p:cNvPr>
          <p:cNvSpPr>
            <a:spLocks noGrp="1"/>
          </p:cNvSpPr>
          <p:nvPr>
            <p:ph type="dt" sz="half" idx="10"/>
          </p:nvPr>
        </p:nvSpPr>
        <p:spPr/>
        <p:txBody>
          <a:bodyPr/>
          <a:lstStyle/>
          <a:p>
            <a:fld id="{6B1BD496-5229-2C43-8BD8-280CD73DF964}" type="datetimeFigureOut">
              <a:rPr lang="en-IT" smtClean="0"/>
              <a:t>25/11/25</a:t>
            </a:fld>
            <a:endParaRPr lang="en-IT"/>
          </a:p>
        </p:txBody>
      </p:sp>
      <p:sp>
        <p:nvSpPr>
          <p:cNvPr id="6" name="Footer Placeholder 5">
            <a:extLst>
              <a:ext uri="{FF2B5EF4-FFF2-40B4-BE49-F238E27FC236}">
                <a16:creationId xmlns:a16="http://schemas.microsoft.com/office/drawing/2014/main" id="{F7C5D373-0769-E46F-1941-35E43BC60685}"/>
              </a:ext>
            </a:extLst>
          </p:cNvPr>
          <p:cNvSpPr>
            <a:spLocks noGrp="1"/>
          </p:cNvSpPr>
          <p:nvPr>
            <p:ph type="ftr" sz="quarter" idx="11"/>
          </p:nvPr>
        </p:nvSpPr>
        <p:spPr/>
        <p:txBody>
          <a:bodyPr/>
          <a:lstStyle/>
          <a:p>
            <a:endParaRPr lang="en-IT"/>
          </a:p>
        </p:txBody>
      </p:sp>
      <p:sp>
        <p:nvSpPr>
          <p:cNvPr id="7" name="Slide Number Placeholder 6">
            <a:extLst>
              <a:ext uri="{FF2B5EF4-FFF2-40B4-BE49-F238E27FC236}">
                <a16:creationId xmlns:a16="http://schemas.microsoft.com/office/drawing/2014/main" id="{B7590C6E-24C3-11C7-2504-746FCD94AE10}"/>
              </a:ext>
            </a:extLst>
          </p:cNvPr>
          <p:cNvSpPr>
            <a:spLocks noGrp="1"/>
          </p:cNvSpPr>
          <p:nvPr>
            <p:ph type="sldNum" sz="quarter" idx="12"/>
          </p:nvPr>
        </p:nvSpPr>
        <p:spPr/>
        <p:txBody>
          <a:bodyPr/>
          <a:lstStyle/>
          <a:p>
            <a:fld id="{D60CA2C8-7877-A745-9AD8-E7DB0742CE65}" type="slidenum">
              <a:rPr lang="en-IT" smtClean="0"/>
              <a:t>‹#›</a:t>
            </a:fld>
            <a:endParaRPr lang="en-IT"/>
          </a:p>
        </p:txBody>
      </p:sp>
    </p:spTree>
    <p:extLst>
      <p:ext uri="{BB962C8B-B14F-4D97-AF65-F5344CB8AC3E}">
        <p14:creationId xmlns:p14="http://schemas.microsoft.com/office/powerpoint/2010/main" val="32295541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DDA06C-58A1-BF7D-70D3-A27837A26A15}"/>
              </a:ext>
            </a:extLst>
          </p:cNvPr>
          <p:cNvSpPr>
            <a:spLocks noGrp="1"/>
          </p:cNvSpPr>
          <p:nvPr>
            <p:ph type="title"/>
          </p:nvPr>
        </p:nvSpPr>
        <p:spPr>
          <a:xfrm>
            <a:off x="839788" y="365125"/>
            <a:ext cx="10515600" cy="1325563"/>
          </a:xfrm>
        </p:spPr>
        <p:txBody>
          <a:bodyPr/>
          <a:lstStyle/>
          <a:p>
            <a:r>
              <a:rPr lang="en-GB"/>
              <a:t>Click to edit Master title style</a:t>
            </a:r>
            <a:endParaRPr lang="en-IT"/>
          </a:p>
        </p:txBody>
      </p:sp>
      <p:sp>
        <p:nvSpPr>
          <p:cNvPr id="3" name="Text Placeholder 2">
            <a:extLst>
              <a:ext uri="{FF2B5EF4-FFF2-40B4-BE49-F238E27FC236}">
                <a16:creationId xmlns:a16="http://schemas.microsoft.com/office/drawing/2014/main" id="{54AB4005-5B0D-7E07-AA0E-25F46676635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AEEC4439-46D0-99E3-01DF-D5553E87FF73}"/>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5" name="Text Placeholder 4">
            <a:extLst>
              <a:ext uri="{FF2B5EF4-FFF2-40B4-BE49-F238E27FC236}">
                <a16:creationId xmlns:a16="http://schemas.microsoft.com/office/drawing/2014/main" id="{7CD257E3-07F6-A815-A774-9D6D4A96F5E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0B6E2C4C-E8C0-CDDD-9789-B4699F6B6531}"/>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7" name="Date Placeholder 6">
            <a:extLst>
              <a:ext uri="{FF2B5EF4-FFF2-40B4-BE49-F238E27FC236}">
                <a16:creationId xmlns:a16="http://schemas.microsoft.com/office/drawing/2014/main" id="{20D0B309-AEF8-2070-E414-7114D9FB3F1A}"/>
              </a:ext>
            </a:extLst>
          </p:cNvPr>
          <p:cNvSpPr>
            <a:spLocks noGrp="1"/>
          </p:cNvSpPr>
          <p:nvPr>
            <p:ph type="dt" sz="half" idx="10"/>
          </p:nvPr>
        </p:nvSpPr>
        <p:spPr/>
        <p:txBody>
          <a:bodyPr/>
          <a:lstStyle/>
          <a:p>
            <a:fld id="{6B1BD496-5229-2C43-8BD8-280CD73DF964}" type="datetimeFigureOut">
              <a:rPr lang="en-IT" smtClean="0"/>
              <a:t>25/11/25</a:t>
            </a:fld>
            <a:endParaRPr lang="en-IT"/>
          </a:p>
        </p:txBody>
      </p:sp>
      <p:sp>
        <p:nvSpPr>
          <p:cNvPr id="8" name="Footer Placeholder 7">
            <a:extLst>
              <a:ext uri="{FF2B5EF4-FFF2-40B4-BE49-F238E27FC236}">
                <a16:creationId xmlns:a16="http://schemas.microsoft.com/office/drawing/2014/main" id="{CEA62BDA-568A-586E-7977-A7E2B9B1DB1B}"/>
              </a:ext>
            </a:extLst>
          </p:cNvPr>
          <p:cNvSpPr>
            <a:spLocks noGrp="1"/>
          </p:cNvSpPr>
          <p:nvPr>
            <p:ph type="ftr" sz="quarter" idx="11"/>
          </p:nvPr>
        </p:nvSpPr>
        <p:spPr/>
        <p:txBody>
          <a:bodyPr/>
          <a:lstStyle/>
          <a:p>
            <a:endParaRPr lang="en-IT"/>
          </a:p>
        </p:txBody>
      </p:sp>
      <p:sp>
        <p:nvSpPr>
          <p:cNvPr id="9" name="Slide Number Placeholder 8">
            <a:extLst>
              <a:ext uri="{FF2B5EF4-FFF2-40B4-BE49-F238E27FC236}">
                <a16:creationId xmlns:a16="http://schemas.microsoft.com/office/drawing/2014/main" id="{BE598881-5FDD-AC3C-771B-35F4805E670A}"/>
              </a:ext>
            </a:extLst>
          </p:cNvPr>
          <p:cNvSpPr>
            <a:spLocks noGrp="1"/>
          </p:cNvSpPr>
          <p:nvPr>
            <p:ph type="sldNum" sz="quarter" idx="12"/>
          </p:nvPr>
        </p:nvSpPr>
        <p:spPr/>
        <p:txBody>
          <a:bodyPr/>
          <a:lstStyle/>
          <a:p>
            <a:fld id="{D60CA2C8-7877-A745-9AD8-E7DB0742CE65}" type="slidenum">
              <a:rPr lang="en-IT" smtClean="0"/>
              <a:t>‹#›</a:t>
            </a:fld>
            <a:endParaRPr lang="en-IT"/>
          </a:p>
        </p:txBody>
      </p:sp>
    </p:spTree>
    <p:extLst>
      <p:ext uri="{BB962C8B-B14F-4D97-AF65-F5344CB8AC3E}">
        <p14:creationId xmlns:p14="http://schemas.microsoft.com/office/powerpoint/2010/main" val="35467875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3282C8-56EC-92EE-72D3-966012157E4A}"/>
              </a:ext>
            </a:extLst>
          </p:cNvPr>
          <p:cNvSpPr>
            <a:spLocks noGrp="1"/>
          </p:cNvSpPr>
          <p:nvPr>
            <p:ph type="title"/>
          </p:nvPr>
        </p:nvSpPr>
        <p:spPr/>
        <p:txBody>
          <a:bodyPr/>
          <a:lstStyle/>
          <a:p>
            <a:r>
              <a:rPr lang="en-GB"/>
              <a:t>Click to edit Master title style</a:t>
            </a:r>
            <a:endParaRPr lang="en-IT"/>
          </a:p>
        </p:txBody>
      </p:sp>
      <p:sp>
        <p:nvSpPr>
          <p:cNvPr id="3" name="Date Placeholder 2">
            <a:extLst>
              <a:ext uri="{FF2B5EF4-FFF2-40B4-BE49-F238E27FC236}">
                <a16:creationId xmlns:a16="http://schemas.microsoft.com/office/drawing/2014/main" id="{1DCDB029-F3B7-0973-4D7C-573F2D192F61}"/>
              </a:ext>
            </a:extLst>
          </p:cNvPr>
          <p:cNvSpPr>
            <a:spLocks noGrp="1"/>
          </p:cNvSpPr>
          <p:nvPr>
            <p:ph type="dt" sz="half" idx="10"/>
          </p:nvPr>
        </p:nvSpPr>
        <p:spPr/>
        <p:txBody>
          <a:bodyPr/>
          <a:lstStyle/>
          <a:p>
            <a:fld id="{6B1BD496-5229-2C43-8BD8-280CD73DF964}" type="datetimeFigureOut">
              <a:rPr lang="en-IT" smtClean="0"/>
              <a:t>25/11/25</a:t>
            </a:fld>
            <a:endParaRPr lang="en-IT"/>
          </a:p>
        </p:txBody>
      </p:sp>
      <p:sp>
        <p:nvSpPr>
          <p:cNvPr id="4" name="Footer Placeholder 3">
            <a:extLst>
              <a:ext uri="{FF2B5EF4-FFF2-40B4-BE49-F238E27FC236}">
                <a16:creationId xmlns:a16="http://schemas.microsoft.com/office/drawing/2014/main" id="{6622960A-45FD-C38D-0C07-70474D357ECA}"/>
              </a:ext>
            </a:extLst>
          </p:cNvPr>
          <p:cNvSpPr>
            <a:spLocks noGrp="1"/>
          </p:cNvSpPr>
          <p:nvPr>
            <p:ph type="ftr" sz="quarter" idx="11"/>
          </p:nvPr>
        </p:nvSpPr>
        <p:spPr/>
        <p:txBody>
          <a:bodyPr/>
          <a:lstStyle/>
          <a:p>
            <a:endParaRPr lang="en-IT"/>
          </a:p>
        </p:txBody>
      </p:sp>
      <p:sp>
        <p:nvSpPr>
          <p:cNvPr id="5" name="Slide Number Placeholder 4">
            <a:extLst>
              <a:ext uri="{FF2B5EF4-FFF2-40B4-BE49-F238E27FC236}">
                <a16:creationId xmlns:a16="http://schemas.microsoft.com/office/drawing/2014/main" id="{3AF243E0-FCB2-47F5-EDA4-5024620D4E49}"/>
              </a:ext>
            </a:extLst>
          </p:cNvPr>
          <p:cNvSpPr>
            <a:spLocks noGrp="1"/>
          </p:cNvSpPr>
          <p:nvPr>
            <p:ph type="sldNum" sz="quarter" idx="12"/>
          </p:nvPr>
        </p:nvSpPr>
        <p:spPr/>
        <p:txBody>
          <a:bodyPr/>
          <a:lstStyle/>
          <a:p>
            <a:fld id="{D60CA2C8-7877-A745-9AD8-E7DB0742CE65}" type="slidenum">
              <a:rPr lang="en-IT" smtClean="0"/>
              <a:t>‹#›</a:t>
            </a:fld>
            <a:endParaRPr lang="en-IT"/>
          </a:p>
        </p:txBody>
      </p:sp>
    </p:spTree>
    <p:extLst>
      <p:ext uri="{BB962C8B-B14F-4D97-AF65-F5344CB8AC3E}">
        <p14:creationId xmlns:p14="http://schemas.microsoft.com/office/powerpoint/2010/main" val="42948624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2FDC4F5-A065-6A2C-BA10-831511151521}"/>
              </a:ext>
            </a:extLst>
          </p:cNvPr>
          <p:cNvSpPr>
            <a:spLocks noGrp="1"/>
          </p:cNvSpPr>
          <p:nvPr>
            <p:ph type="dt" sz="half" idx="10"/>
          </p:nvPr>
        </p:nvSpPr>
        <p:spPr/>
        <p:txBody>
          <a:bodyPr/>
          <a:lstStyle/>
          <a:p>
            <a:fld id="{6B1BD496-5229-2C43-8BD8-280CD73DF964}" type="datetimeFigureOut">
              <a:rPr lang="en-IT" smtClean="0"/>
              <a:t>25/11/25</a:t>
            </a:fld>
            <a:endParaRPr lang="en-IT"/>
          </a:p>
        </p:txBody>
      </p:sp>
      <p:sp>
        <p:nvSpPr>
          <p:cNvPr id="3" name="Footer Placeholder 2">
            <a:extLst>
              <a:ext uri="{FF2B5EF4-FFF2-40B4-BE49-F238E27FC236}">
                <a16:creationId xmlns:a16="http://schemas.microsoft.com/office/drawing/2014/main" id="{CC3B22AE-0AEF-8CEB-C5F8-FB95F129ADC9}"/>
              </a:ext>
            </a:extLst>
          </p:cNvPr>
          <p:cNvSpPr>
            <a:spLocks noGrp="1"/>
          </p:cNvSpPr>
          <p:nvPr>
            <p:ph type="ftr" sz="quarter" idx="11"/>
          </p:nvPr>
        </p:nvSpPr>
        <p:spPr/>
        <p:txBody>
          <a:bodyPr/>
          <a:lstStyle/>
          <a:p>
            <a:endParaRPr lang="en-IT"/>
          </a:p>
        </p:txBody>
      </p:sp>
      <p:sp>
        <p:nvSpPr>
          <p:cNvPr id="4" name="Slide Number Placeholder 3">
            <a:extLst>
              <a:ext uri="{FF2B5EF4-FFF2-40B4-BE49-F238E27FC236}">
                <a16:creationId xmlns:a16="http://schemas.microsoft.com/office/drawing/2014/main" id="{202AA263-8CC2-32AC-33DC-032946C5093D}"/>
              </a:ext>
            </a:extLst>
          </p:cNvPr>
          <p:cNvSpPr>
            <a:spLocks noGrp="1"/>
          </p:cNvSpPr>
          <p:nvPr>
            <p:ph type="sldNum" sz="quarter" idx="12"/>
          </p:nvPr>
        </p:nvSpPr>
        <p:spPr/>
        <p:txBody>
          <a:bodyPr/>
          <a:lstStyle/>
          <a:p>
            <a:fld id="{D60CA2C8-7877-A745-9AD8-E7DB0742CE65}" type="slidenum">
              <a:rPr lang="en-IT" smtClean="0"/>
              <a:t>‹#›</a:t>
            </a:fld>
            <a:endParaRPr lang="en-IT"/>
          </a:p>
        </p:txBody>
      </p:sp>
    </p:spTree>
    <p:extLst>
      <p:ext uri="{BB962C8B-B14F-4D97-AF65-F5344CB8AC3E}">
        <p14:creationId xmlns:p14="http://schemas.microsoft.com/office/powerpoint/2010/main" val="5611984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E19D79-0DDD-EF2F-5166-1A78C19606CC}"/>
              </a:ext>
            </a:extLst>
          </p:cNvPr>
          <p:cNvSpPr>
            <a:spLocks noGrp="1"/>
          </p:cNvSpPr>
          <p:nvPr>
            <p:ph type="title"/>
          </p:nvPr>
        </p:nvSpPr>
        <p:spPr>
          <a:xfrm>
            <a:off x="839788" y="457200"/>
            <a:ext cx="10514012" cy="762000"/>
          </a:xfrm>
        </p:spPr>
        <p:txBody>
          <a:bodyPr anchor="ctr"/>
          <a:lstStyle>
            <a:lvl1pPr>
              <a:defRPr sz="3200"/>
            </a:lvl1pPr>
          </a:lstStyle>
          <a:p>
            <a:r>
              <a:rPr lang="en-GB"/>
              <a:t>Click to edit Master title style</a:t>
            </a:r>
            <a:endParaRPr lang="en-IT"/>
          </a:p>
        </p:txBody>
      </p:sp>
      <p:sp>
        <p:nvSpPr>
          <p:cNvPr id="3" name="Content Placeholder 2">
            <a:extLst>
              <a:ext uri="{FF2B5EF4-FFF2-40B4-BE49-F238E27FC236}">
                <a16:creationId xmlns:a16="http://schemas.microsoft.com/office/drawing/2014/main" id="{3A5404CB-EAF7-A9CC-2F83-3AF5C13D8AFC}"/>
              </a:ext>
            </a:extLst>
          </p:cNvPr>
          <p:cNvSpPr>
            <a:spLocks noGrp="1"/>
          </p:cNvSpPr>
          <p:nvPr>
            <p:ph idx="1"/>
          </p:nvPr>
        </p:nvSpPr>
        <p:spPr>
          <a:xfrm>
            <a:off x="4445876" y="1363770"/>
            <a:ext cx="6909512" cy="484784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IT" dirty="0"/>
          </a:p>
        </p:txBody>
      </p:sp>
      <p:sp>
        <p:nvSpPr>
          <p:cNvPr id="4" name="Text Placeholder 3">
            <a:extLst>
              <a:ext uri="{FF2B5EF4-FFF2-40B4-BE49-F238E27FC236}">
                <a16:creationId xmlns:a16="http://schemas.microsoft.com/office/drawing/2014/main" id="{9D71F7C6-88A4-27EE-5F24-51F72425512E}"/>
              </a:ext>
            </a:extLst>
          </p:cNvPr>
          <p:cNvSpPr>
            <a:spLocks noGrp="1"/>
          </p:cNvSpPr>
          <p:nvPr>
            <p:ph type="body" sz="half" idx="2"/>
          </p:nvPr>
        </p:nvSpPr>
        <p:spPr>
          <a:xfrm>
            <a:off x="839788" y="1363769"/>
            <a:ext cx="3448433" cy="4847843"/>
          </a:xfrm>
        </p:spPr>
        <p:txBody>
          <a:bodyPr/>
          <a:lstStyle>
            <a:lvl1pPr marL="285750" indent="-285750">
              <a:buFont typeface="Arial" panose="020B0604020202020204" pitchFamily="34" charset="0"/>
              <a:buChar char="•"/>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dirty="0"/>
              <a:t>Click to edit Master text styles</a:t>
            </a:r>
          </a:p>
        </p:txBody>
      </p:sp>
      <p:sp>
        <p:nvSpPr>
          <p:cNvPr id="5" name="Date Placeholder 4">
            <a:extLst>
              <a:ext uri="{FF2B5EF4-FFF2-40B4-BE49-F238E27FC236}">
                <a16:creationId xmlns:a16="http://schemas.microsoft.com/office/drawing/2014/main" id="{DA470EDA-0D3D-BD92-F1DF-8A1734B1B7EB}"/>
              </a:ext>
            </a:extLst>
          </p:cNvPr>
          <p:cNvSpPr>
            <a:spLocks noGrp="1"/>
          </p:cNvSpPr>
          <p:nvPr>
            <p:ph type="dt" sz="half" idx="10"/>
          </p:nvPr>
        </p:nvSpPr>
        <p:spPr/>
        <p:txBody>
          <a:bodyPr/>
          <a:lstStyle/>
          <a:p>
            <a:fld id="{6B1BD496-5229-2C43-8BD8-280CD73DF964}" type="datetimeFigureOut">
              <a:rPr lang="en-IT" smtClean="0"/>
              <a:t>25/11/25</a:t>
            </a:fld>
            <a:endParaRPr lang="en-IT"/>
          </a:p>
        </p:txBody>
      </p:sp>
      <p:sp>
        <p:nvSpPr>
          <p:cNvPr id="6" name="Footer Placeholder 5">
            <a:extLst>
              <a:ext uri="{FF2B5EF4-FFF2-40B4-BE49-F238E27FC236}">
                <a16:creationId xmlns:a16="http://schemas.microsoft.com/office/drawing/2014/main" id="{E6C90294-E0D3-1D1F-7E86-F13368D40AF6}"/>
              </a:ext>
            </a:extLst>
          </p:cNvPr>
          <p:cNvSpPr>
            <a:spLocks noGrp="1"/>
          </p:cNvSpPr>
          <p:nvPr>
            <p:ph type="ftr" sz="quarter" idx="11"/>
          </p:nvPr>
        </p:nvSpPr>
        <p:spPr/>
        <p:txBody>
          <a:bodyPr/>
          <a:lstStyle/>
          <a:p>
            <a:endParaRPr lang="en-IT"/>
          </a:p>
        </p:txBody>
      </p:sp>
      <p:sp>
        <p:nvSpPr>
          <p:cNvPr id="7" name="Slide Number Placeholder 6">
            <a:extLst>
              <a:ext uri="{FF2B5EF4-FFF2-40B4-BE49-F238E27FC236}">
                <a16:creationId xmlns:a16="http://schemas.microsoft.com/office/drawing/2014/main" id="{39C81BF0-34DF-2B65-C0EE-A8BE1BBE9A2E}"/>
              </a:ext>
            </a:extLst>
          </p:cNvPr>
          <p:cNvSpPr>
            <a:spLocks noGrp="1"/>
          </p:cNvSpPr>
          <p:nvPr>
            <p:ph type="sldNum" sz="quarter" idx="12"/>
          </p:nvPr>
        </p:nvSpPr>
        <p:spPr/>
        <p:txBody>
          <a:bodyPr/>
          <a:lstStyle/>
          <a:p>
            <a:fld id="{D60CA2C8-7877-A745-9AD8-E7DB0742CE65}" type="slidenum">
              <a:rPr lang="en-IT" smtClean="0"/>
              <a:t>‹#›</a:t>
            </a:fld>
            <a:endParaRPr lang="en-IT"/>
          </a:p>
        </p:txBody>
      </p:sp>
    </p:spTree>
    <p:extLst>
      <p:ext uri="{BB962C8B-B14F-4D97-AF65-F5344CB8AC3E}">
        <p14:creationId xmlns:p14="http://schemas.microsoft.com/office/powerpoint/2010/main" val="39684828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CEAA09-DE5C-71C8-FAF5-622B996B9043}"/>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IT"/>
          </a:p>
        </p:txBody>
      </p:sp>
      <p:sp>
        <p:nvSpPr>
          <p:cNvPr id="3" name="Picture Placeholder 2">
            <a:extLst>
              <a:ext uri="{FF2B5EF4-FFF2-40B4-BE49-F238E27FC236}">
                <a16:creationId xmlns:a16="http://schemas.microsoft.com/office/drawing/2014/main" id="{06C875C8-4151-263F-BB57-1CC4B06047E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T"/>
          </a:p>
        </p:txBody>
      </p:sp>
      <p:sp>
        <p:nvSpPr>
          <p:cNvPr id="4" name="Text Placeholder 3">
            <a:extLst>
              <a:ext uri="{FF2B5EF4-FFF2-40B4-BE49-F238E27FC236}">
                <a16:creationId xmlns:a16="http://schemas.microsoft.com/office/drawing/2014/main" id="{014A41BE-6B39-F324-8911-BD22919A78E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57A485C4-819D-CE83-E803-1A0063336FF8}"/>
              </a:ext>
            </a:extLst>
          </p:cNvPr>
          <p:cNvSpPr>
            <a:spLocks noGrp="1"/>
          </p:cNvSpPr>
          <p:nvPr>
            <p:ph type="dt" sz="half" idx="10"/>
          </p:nvPr>
        </p:nvSpPr>
        <p:spPr/>
        <p:txBody>
          <a:bodyPr/>
          <a:lstStyle/>
          <a:p>
            <a:fld id="{6B1BD496-5229-2C43-8BD8-280CD73DF964}" type="datetimeFigureOut">
              <a:rPr lang="en-IT" smtClean="0"/>
              <a:t>25/11/25</a:t>
            </a:fld>
            <a:endParaRPr lang="en-IT"/>
          </a:p>
        </p:txBody>
      </p:sp>
      <p:sp>
        <p:nvSpPr>
          <p:cNvPr id="6" name="Footer Placeholder 5">
            <a:extLst>
              <a:ext uri="{FF2B5EF4-FFF2-40B4-BE49-F238E27FC236}">
                <a16:creationId xmlns:a16="http://schemas.microsoft.com/office/drawing/2014/main" id="{8A1CA945-D585-E40A-0EFF-F435342AB252}"/>
              </a:ext>
            </a:extLst>
          </p:cNvPr>
          <p:cNvSpPr>
            <a:spLocks noGrp="1"/>
          </p:cNvSpPr>
          <p:nvPr>
            <p:ph type="ftr" sz="quarter" idx="11"/>
          </p:nvPr>
        </p:nvSpPr>
        <p:spPr/>
        <p:txBody>
          <a:bodyPr/>
          <a:lstStyle/>
          <a:p>
            <a:endParaRPr lang="en-IT"/>
          </a:p>
        </p:txBody>
      </p:sp>
      <p:sp>
        <p:nvSpPr>
          <p:cNvPr id="7" name="Slide Number Placeholder 6">
            <a:extLst>
              <a:ext uri="{FF2B5EF4-FFF2-40B4-BE49-F238E27FC236}">
                <a16:creationId xmlns:a16="http://schemas.microsoft.com/office/drawing/2014/main" id="{4C7B2EE5-4005-F681-F175-9B9338857E46}"/>
              </a:ext>
            </a:extLst>
          </p:cNvPr>
          <p:cNvSpPr>
            <a:spLocks noGrp="1"/>
          </p:cNvSpPr>
          <p:nvPr>
            <p:ph type="sldNum" sz="quarter" idx="12"/>
          </p:nvPr>
        </p:nvSpPr>
        <p:spPr/>
        <p:txBody>
          <a:bodyPr/>
          <a:lstStyle/>
          <a:p>
            <a:fld id="{D60CA2C8-7877-A745-9AD8-E7DB0742CE65}" type="slidenum">
              <a:rPr lang="en-IT" smtClean="0"/>
              <a:t>‹#›</a:t>
            </a:fld>
            <a:endParaRPr lang="en-IT"/>
          </a:p>
        </p:txBody>
      </p:sp>
    </p:spTree>
    <p:extLst>
      <p:ext uri="{BB962C8B-B14F-4D97-AF65-F5344CB8AC3E}">
        <p14:creationId xmlns:p14="http://schemas.microsoft.com/office/powerpoint/2010/main" val="22905644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311982-5D50-DC0A-0F72-F7F24351EA91}"/>
              </a:ext>
            </a:extLst>
          </p:cNvPr>
          <p:cNvSpPr>
            <a:spLocks noGrp="1"/>
          </p:cNvSpPr>
          <p:nvPr>
            <p:ph type="title"/>
          </p:nvPr>
        </p:nvSpPr>
        <p:spPr/>
        <p:txBody>
          <a:bodyPr/>
          <a:lstStyle/>
          <a:p>
            <a:r>
              <a:rPr lang="en-GB"/>
              <a:t>Click to edit Master title style</a:t>
            </a:r>
            <a:endParaRPr lang="en-IT"/>
          </a:p>
        </p:txBody>
      </p:sp>
      <p:sp>
        <p:nvSpPr>
          <p:cNvPr id="3" name="Vertical Text Placeholder 2">
            <a:extLst>
              <a:ext uri="{FF2B5EF4-FFF2-40B4-BE49-F238E27FC236}">
                <a16:creationId xmlns:a16="http://schemas.microsoft.com/office/drawing/2014/main" id="{6A944BC1-4437-FCA8-13E5-A5EC3C55088D}"/>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4" name="Date Placeholder 3">
            <a:extLst>
              <a:ext uri="{FF2B5EF4-FFF2-40B4-BE49-F238E27FC236}">
                <a16:creationId xmlns:a16="http://schemas.microsoft.com/office/drawing/2014/main" id="{E5E28E2B-2EBE-0A26-1E3D-11F65941FE8A}"/>
              </a:ext>
            </a:extLst>
          </p:cNvPr>
          <p:cNvSpPr>
            <a:spLocks noGrp="1"/>
          </p:cNvSpPr>
          <p:nvPr>
            <p:ph type="dt" sz="half" idx="10"/>
          </p:nvPr>
        </p:nvSpPr>
        <p:spPr/>
        <p:txBody>
          <a:bodyPr/>
          <a:lstStyle/>
          <a:p>
            <a:fld id="{6B1BD496-5229-2C43-8BD8-280CD73DF964}" type="datetimeFigureOut">
              <a:rPr lang="en-IT" smtClean="0"/>
              <a:t>25/11/25</a:t>
            </a:fld>
            <a:endParaRPr lang="en-IT"/>
          </a:p>
        </p:txBody>
      </p:sp>
      <p:sp>
        <p:nvSpPr>
          <p:cNvPr id="5" name="Footer Placeholder 4">
            <a:extLst>
              <a:ext uri="{FF2B5EF4-FFF2-40B4-BE49-F238E27FC236}">
                <a16:creationId xmlns:a16="http://schemas.microsoft.com/office/drawing/2014/main" id="{B8ED88CF-5853-F500-FAF0-E9F21C932DD2}"/>
              </a:ext>
            </a:extLst>
          </p:cNvPr>
          <p:cNvSpPr>
            <a:spLocks noGrp="1"/>
          </p:cNvSpPr>
          <p:nvPr>
            <p:ph type="ftr" sz="quarter" idx="11"/>
          </p:nvPr>
        </p:nvSpPr>
        <p:spPr/>
        <p:txBody>
          <a:bodyPr/>
          <a:lstStyle/>
          <a:p>
            <a:endParaRPr lang="en-IT"/>
          </a:p>
        </p:txBody>
      </p:sp>
      <p:sp>
        <p:nvSpPr>
          <p:cNvPr id="6" name="Slide Number Placeholder 5">
            <a:extLst>
              <a:ext uri="{FF2B5EF4-FFF2-40B4-BE49-F238E27FC236}">
                <a16:creationId xmlns:a16="http://schemas.microsoft.com/office/drawing/2014/main" id="{DAF61D59-EC50-48E9-7CC7-7C730B04E03D}"/>
              </a:ext>
            </a:extLst>
          </p:cNvPr>
          <p:cNvSpPr>
            <a:spLocks noGrp="1"/>
          </p:cNvSpPr>
          <p:nvPr>
            <p:ph type="sldNum" sz="quarter" idx="12"/>
          </p:nvPr>
        </p:nvSpPr>
        <p:spPr/>
        <p:txBody>
          <a:bodyPr/>
          <a:lstStyle/>
          <a:p>
            <a:fld id="{D60CA2C8-7877-A745-9AD8-E7DB0742CE65}" type="slidenum">
              <a:rPr lang="en-IT" smtClean="0"/>
              <a:t>‹#›</a:t>
            </a:fld>
            <a:endParaRPr lang="en-IT"/>
          </a:p>
        </p:txBody>
      </p:sp>
    </p:spTree>
    <p:extLst>
      <p:ext uri="{BB962C8B-B14F-4D97-AF65-F5344CB8AC3E}">
        <p14:creationId xmlns:p14="http://schemas.microsoft.com/office/powerpoint/2010/main" val="34598958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F1DB6C1-4D71-1B89-6325-6A79B2B156D9}"/>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IT"/>
          </a:p>
        </p:txBody>
      </p:sp>
      <p:sp>
        <p:nvSpPr>
          <p:cNvPr id="3" name="Vertical Text Placeholder 2">
            <a:extLst>
              <a:ext uri="{FF2B5EF4-FFF2-40B4-BE49-F238E27FC236}">
                <a16:creationId xmlns:a16="http://schemas.microsoft.com/office/drawing/2014/main" id="{C6EE2C8E-B9CD-16E5-5BF7-D8BB26C81CA2}"/>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4" name="Date Placeholder 3">
            <a:extLst>
              <a:ext uri="{FF2B5EF4-FFF2-40B4-BE49-F238E27FC236}">
                <a16:creationId xmlns:a16="http://schemas.microsoft.com/office/drawing/2014/main" id="{D5F5638A-B038-A3B4-39ED-5B5D9E8F5620}"/>
              </a:ext>
            </a:extLst>
          </p:cNvPr>
          <p:cNvSpPr>
            <a:spLocks noGrp="1"/>
          </p:cNvSpPr>
          <p:nvPr>
            <p:ph type="dt" sz="half" idx="10"/>
          </p:nvPr>
        </p:nvSpPr>
        <p:spPr/>
        <p:txBody>
          <a:bodyPr/>
          <a:lstStyle/>
          <a:p>
            <a:fld id="{6B1BD496-5229-2C43-8BD8-280CD73DF964}" type="datetimeFigureOut">
              <a:rPr lang="en-IT" smtClean="0"/>
              <a:t>25/11/25</a:t>
            </a:fld>
            <a:endParaRPr lang="en-IT"/>
          </a:p>
        </p:txBody>
      </p:sp>
      <p:sp>
        <p:nvSpPr>
          <p:cNvPr id="5" name="Footer Placeholder 4">
            <a:extLst>
              <a:ext uri="{FF2B5EF4-FFF2-40B4-BE49-F238E27FC236}">
                <a16:creationId xmlns:a16="http://schemas.microsoft.com/office/drawing/2014/main" id="{490237F9-F0CB-9245-4D61-EF8195E2F54A}"/>
              </a:ext>
            </a:extLst>
          </p:cNvPr>
          <p:cNvSpPr>
            <a:spLocks noGrp="1"/>
          </p:cNvSpPr>
          <p:nvPr>
            <p:ph type="ftr" sz="quarter" idx="11"/>
          </p:nvPr>
        </p:nvSpPr>
        <p:spPr/>
        <p:txBody>
          <a:bodyPr/>
          <a:lstStyle/>
          <a:p>
            <a:endParaRPr lang="en-IT"/>
          </a:p>
        </p:txBody>
      </p:sp>
      <p:sp>
        <p:nvSpPr>
          <p:cNvPr id="6" name="Slide Number Placeholder 5">
            <a:extLst>
              <a:ext uri="{FF2B5EF4-FFF2-40B4-BE49-F238E27FC236}">
                <a16:creationId xmlns:a16="http://schemas.microsoft.com/office/drawing/2014/main" id="{F65DAF0F-DDC0-0869-3E8E-2074E006271C}"/>
              </a:ext>
            </a:extLst>
          </p:cNvPr>
          <p:cNvSpPr>
            <a:spLocks noGrp="1"/>
          </p:cNvSpPr>
          <p:nvPr>
            <p:ph type="sldNum" sz="quarter" idx="12"/>
          </p:nvPr>
        </p:nvSpPr>
        <p:spPr/>
        <p:txBody>
          <a:bodyPr/>
          <a:lstStyle/>
          <a:p>
            <a:fld id="{D60CA2C8-7877-A745-9AD8-E7DB0742CE65}" type="slidenum">
              <a:rPr lang="en-IT" smtClean="0"/>
              <a:t>‹#›</a:t>
            </a:fld>
            <a:endParaRPr lang="en-IT"/>
          </a:p>
        </p:txBody>
      </p:sp>
    </p:spTree>
    <p:extLst>
      <p:ext uri="{BB962C8B-B14F-4D97-AF65-F5344CB8AC3E}">
        <p14:creationId xmlns:p14="http://schemas.microsoft.com/office/powerpoint/2010/main" val="16326554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40726D0-69EA-5E2F-4AE6-DDF815F6F13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IT"/>
          </a:p>
        </p:txBody>
      </p:sp>
      <p:sp>
        <p:nvSpPr>
          <p:cNvPr id="3" name="Text Placeholder 2">
            <a:extLst>
              <a:ext uri="{FF2B5EF4-FFF2-40B4-BE49-F238E27FC236}">
                <a16:creationId xmlns:a16="http://schemas.microsoft.com/office/drawing/2014/main" id="{F2D966B2-684E-AD6B-ADD2-11F41B9DF23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4" name="Date Placeholder 3">
            <a:extLst>
              <a:ext uri="{FF2B5EF4-FFF2-40B4-BE49-F238E27FC236}">
                <a16:creationId xmlns:a16="http://schemas.microsoft.com/office/drawing/2014/main" id="{0612C872-D897-9391-6068-D337B8F44C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B1BD496-5229-2C43-8BD8-280CD73DF964}" type="datetimeFigureOut">
              <a:rPr lang="en-IT" smtClean="0"/>
              <a:t>25/11/25</a:t>
            </a:fld>
            <a:endParaRPr lang="en-IT"/>
          </a:p>
        </p:txBody>
      </p:sp>
      <p:sp>
        <p:nvSpPr>
          <p:cNvPr id="5" name="Footer Placeholder 4">
            <a:extLst>
              <a:ext uri="{FF2B5EF4-FFF2-40B4-BE49-F238E27FC236}">
                <a16:creationId xmlns:a16="http://schemas.microsoft.com/office/drawing/2014/main" id="{FF16978C-6E0A-887A-B0EC-D7159F6A1B4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T"/>
          </a:p>
        </p:txBody>
      </p:sp>
      <p:sp>
        <p:nvSpPr>
          <p:cNvPr id="6" name="Slide Number Placeholder 5">
            <a:extLst>
              <a:ext uri="{FF2B5EF4-FFF2-40B4-BE49-F238E27FC236}">
                <a16:creationId xmlns:a16="http://schemas.microsoft.com/office/drawing/2014/main" id="{1F384CEC-61B5-BF08-6ABD-0892FC2C7B7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60CA2C8-7877-A745-9AD8-E7DB0742CE65}" type="slidenum">
              <a:rPr lang="en-IT" smtClean="0"/>
              <a:t>‹#›</a:t>
            </a:fld>
            <a:endParaRPr lang="en-IT"/>
          </a:p>
        </p:txBody>
      </p:sp>
    </p:spTree>
    <p:extLst>
      <p:ext uri="{BB962C8B-B14F-4D97-AF65-F5344CB8AC3E}">
        <p14:creationId xmlns:p14="http://schemas.microsoft.com/office/powerpoint/2010/main" val="274304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8.xml"/><Relationship Id="rId7" Type="http://schemas.openxmlformats.org/officeDocument/2006/relationships/customXml" Target="../ink/ink2.xml"/><Relationship Id="rId2" Type="http://schemas.openxmlformats.org/officeDocument/2006/relationships/video" Target="../media/media1.avi"/><Relationship Id="rId1" Type="http://schemas.microsoft.com/office/2007/relationships/media" Target="../media/media1.avi"/><Relationship Id="rId6" Type="http://schemas.openxmlformats.org/officeDocument/2006/relationships/image" Target="../media/image2.png"/><Relationship Id="rId5" Type="http://schemas.openxmlformats.org/officeDocument/2006/relationships/customXml" Target="../ink/ink1.xml"/><Relationship Id="rId4" Type="http://schemas.openxmlformats.org/officeDocument/2006/relationships/image" Target="../media/image1.png"/><Relationship Id="rId9"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8.xml"/><Relationship Id="rId5" Type="http://schemas.openxmlformats.org/officeDocument/2006/relationships/image" Target="../media/image7.png"/><Relationship Id="rId4" Type="http://schemas.openxmlformats.org/officeDocument/2006/relationships/customXml" Target="../ink/ink3.xml"/></Relationships>
</file>

<file path=ppt/slides/_rels/slide5.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8.png"/><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9387A7-F817-5AA5-2DDA-DCFBA5902612}"/>
              </a:ext>
            </a:extLst>
          </p:cNvPr>
          <p:cNvSpPr>
            <a:spLocks noGrp="1"/>
          </p:cNvSpPr>
          <p:nvPr>
            <p:ph type="ctrTitle"/>
          </p:nvPr>
        </p:nvSpPr>
        <p:spPr/>
        <p:txBody>
          <a:bodyPr>
            <a:normAutofit/>
          </a:bodyPr>
          <a:lstStyle/>
          <a:p>
            <a:r>
              <a:rPr lang="en-IT" sz="4800" dirty="0"/>
              <a:t>Notes about the Flame Transfer Function optimisation</a:t>
            </a:r>
          </a:p>
        </p:txBody>
      </p:sp>
      <p:sp>
        <p:nvSpPr>
          <p:cNvPr id="3" name="Subtitle 2">
            <a:extLst>
              <a:ext uri="{FF2B5EF4-FFF2-40B4-BE49-F238E27FC236}">
                <a16:creationId xmlns:a16="http://schemas.microsoft.com/office/drawing/2014/main" id="{D9ACE9DC-73FC-068A-B691-755334F9D2D4}"/>
              </a:ext>
            </a:extLst>
          </p:cNvPr>
          <p:cNvSpPr>
            <a:spLocks noGrp="1"/>
          </p:cNvSpPr>
          <p:nvPr>
            <p:ph type="subTitle" idx="1"/>
          </p:nvPr>
        </p:nvSpPr>
        <p:spPr/>
        <p:txBody>
          <a:bodyPr/>
          <a:lstStyle/>
          <a:p>
            <a:r>
              <a:rPr lang="en-IT" dirty="0"/>
              <a:t>Alessandro Giannotta</a:t>
            </a:r>
          </a:p>
          <a:p>
            <a:r>
              <a:rPr lang="en-IT" dirty="0"/>
              <a:t>25/11/2025</a:t>
            </a:r>
          </a:p>
        </p:txBody>
      </p:sp>
    </p:spTree>
    <p:extLst>
      <p:ext uri="{BB962C8B-B14F-4D97-AF65-F5344CB8AC3E}">
        <p14:creationId xmlns:p14="http://schemas.microsoft.com/office/powerpoint/2010/main" val="17252656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6A16C5-854D-6B47-3FB9-09C8527BC9D1}"/>
              </a:ext>
            </a:extLst>
          </p:cNvPr>
          <p:cNvSpPr>
            <a:spLocks noGrp="1"/>
          </p:cNvSpPr>
          <p:nvPr>
            <p:ph type="title"/>
          </p:nvPr>
        </p:nvSpPr>
        <p:spPr/>
        <p:txBody>
          <a:bodyPr/>
          <a:lstStyle/>
          <a:p>
            <a:r>
              <a:rPr lang="en-IT" dirty="0"/>
              <a:t>Outline</a:t>
            </a:r>
          </a:p>
        </p:txBody>
      </p:sp>
      <p:sp>
        <p:nvSpPr>
          <p:cNvPr id="4" name="Text Placeholder 3">
            <a:extLst>
              <a:ext uri="{FF2B5EF4-FFF2-40B4-BE49-F238E27FC236}">
                <a16:creationId xmlns:a16="http://schemas.microsoft.com/office/drawing/2014/main" id="{74849AF3-8795-42FD-1B33-6CD6803E823A}"/>
              </a:ext>
            </a:extLst>
          </p:cNvPr>
          <p:cNvSpPr>
            <a:spLocks noGrp="1"/>
          </p:cNvSpPr>
          <p:nvPr>
            <p:ph type="body" sz="half" idx="2"/>
          </p:nvPr>
        </p:nvSpPr>
        <p:spPr>
          <a:xfrm>
            <a:off x="839788" y="1363769"/>
            <a:ext cx="9043800" cy="4847843"/>
          </a:xfrm>
        </p:spPr>
        <p:txBody>
          <a:bodyPr/>
          <a:lstStyle/>
          <a:p>
            <a:r>
              <a:rPr lang="en-IT" dirty="0"/>
              <a:t>Implementation of a time varying inlet</a:t>
            </a:r>
          </a:p>
          <a:p>
            <a:r>
              <a:rPr lang="en-IT" dirty="0"/>
              <a:t>Implementation of the Discrete Fourier Transform for the objective function. </a:t>
            </a:r>
          </a:p>
          <a:p>
            <a:r>
              <a:rPr lang="en-IT" dirty="0"/>
              <a:t>Gradient of the harmonic amplitude with respect to geometry</a:t>
            </a:r>
          </a:p>
          <a:p>
            <a:r>
              <a:rPr lang="en-IT" dirty="0"/>
              <a:t>Implementation of the global heat release rate as a cost function</a:t>
            </a:r>
          </a:p>
        </p:txBody>
      </p:sp>
    </p:spTree>
    <p:extLst>
      <p:ext uri="{BB962C8B-B14F-4D97-AF65-F5344CB8AC3E}">
        <p14:creationId xmlns:p14="http://schemas.microsoft.com/office/powerpoint/2010/main" val="21705319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115846-049D-C52E-668E-B4BF2C7FBF81}"/>
              </a:ext>
            </a:extLst>
          </p:cNvPr>
          <p:cNvSpPr>
            <a:spLocks noGrp="1"/>
          </p:cNvSpPr>
          <p:nvPr>
            <p:ph type="title"/>
          </p:nvPr>
        </p:nvSpPr>
        <p:spPr/>
        <p:txBody>
          <a:bodyPr/>
          <a:lstStyle/>
          <a:p>
            <a:r>
              <a:rPr lang="en-IT" dirty="0"/>
              <a:t>Implementation of the Time Varying inlet</a:t>
            </a:r>
          </a:p>
        </p:txBody>
      </p:sp>
      <p:sp>
        <p:nvSpPr>
          <p:cNvPr id="4" name="Text Placeholder 3">
            <a:extLst>
              <a:ext uri="{FF2B5EF4-FFF2-40B4-BE49-F238E27FC236}">
                <a16:creationId xmlns:a16="http://schemas.microsoft.com/office/drawing/2014/main" id="{8A98764B-390C-B213-3B66-FDA24D0D4AB8}"/>
              </a:ext>
            </a:extLst>
          </p:cNvPr>
          <p:cNvSpPr>
            <a:spLocks noGrp="1"/>
          </p:cNvSpPr>
          <p:nvPr>
            <p:ph type="body" sz="half" idx="2"/>
          </p:nvPr>
        </p:nvSpPr>
        <p:spPr>
          <a:xfrm>
            <a:off x="839788" y="1363770"/>
            <a:ext cx="10506058" cy="2214282"/>
          </a:xfrm>
        </p:spPr>
        <p:txBody>
          <a:bodyPr/>
          <a:lstStyle/>
          <a:p>
            <a:r>
              <a:rPr lang="en-IT" dirty="0"/>
              <a:t>Sinusoidal time varying inlet in the config file, not in the pywrapper</a:t>
            </a:r>
          </a:p>
        </p:txBody>
      </p:sp>
      <p:pic>
        <p:nvPicPr>
          <p:cNvPr id="6" name="Picture 5">
            <a:extLst>
              <a:ext uri="{FF2B5EF4-FFF2-40B4-BE49-F238E27FC236}">
                <a16:creationId xmlns:a16="http://schemas.microsoft.com/office/drawing/2014/main" id="{2EBDAE3C-42C2-FCD5-77B0-FCDB47D3295B}"/>
              </a:ext>
            </a:extLst>
          </p:cNvPr>
          <p:cNvPicPr>
            <a:picLocks noChangeAspect="1"/>
          </p:cNvPicPr>
          <p:nvPr/>
        </p:nvPicPr>
        <p:blipFill>
          <a:blip r:embed="rId4"/>
          <a:stretch>
            <a:fillRect/>
          </a:stretch>
        </p:blipFill>
        <p:spPr>
          <a:xfrm>
            <a:off x="7282226" y="1363797"/>
            <a:ext cx="4069986" cy="2491028"/>
          </a:xfrm>
          <a:prstGeom prst="rect">
            <a:avLst/>
          </a:prstGeom>
        </p:spPr>
      </p:pic>
      <mc:AlternateContent xmlns:mc="http://schemas.openxmlformats.org/markup-compatibility/2006">
        <mc:Choice xmlns:p14="http://schemas.microsoft.com/office/powerpoint/2010/main" Requires="p14">
          <p:contentPart p14:bwMode="auto" r:id="rId5">
            <p14:nvContentPartPr>
              <p14:cNvPr id="8" name="Ink 7">
                <a:extLst>
                  <a:ext uri="{FF2B5EF4-FFF2-40B4-BE49-F238E27FC236}">
                    <a16:creationId xmlns:a16="http://schemas.microsoft.com/office/drawing/2014/main" id="{A81863F1-0434-A49D-03AA-33E6C0F8185F}"/>
                  </a:ext>
                </a:extLst>
              </p14:cNvPr>
              <p14:cNvContentPartPr/>
              <p14:nvPr/>
            </p14:nvContentPartPr>
            <p14:xfrm>
              <a:off x="7332103" y="2504314"/>
              <a:ext cx="1525320" cy="15840"/>
            </p14:xfrm>
          </p:contentPart>
        </mc:Choice>
        <mc:Fallback>
          <p:pic>
            <p:nvPicPr>
              <p:cNvPr id="8" name="Ink 7">
                <a:extLst>
                  <a:ext uri="{FF2B5EF4-FFF2-40B4-BE49-F238E27FC236}">
                    <a16:creationId xmlns:a16="http://schemas.microsoft.com/office/drawing/2014/main" id="{A81863F1-0434-A49D-03AA-33E6C0F8185F}"/>
                  </a:ext>
                </a:extLst>
              </p:cNvPr>
              <p:cNvPicPr/>
              <p:nvPr/>
            </p:nvPicPr>
            <p:blipFill>
              <a:blip r:embed="rId6"/>
              <a:stretch>
                <a:fillRect/>
              </a:stretch>
            </p:blipFill>
            <p:spPr>
              <a:xfrm>
                <a:off x="7296103" y="2432314"/>
                <a:ext cx="1596960" cy="15948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9" name="Ink 8">
                <a:extLst>
                  <a:ext uri="{FF2B5EF4-FFF2-40B4-BE49-F238E27FC236}">
                    <a16:creationId xmlns:a16="http://schemas.microsoft.com/office/drawing/2014/main" id="{947AA358-1E0B-CF70-DCD6-99705C02BFF2}"/>
                  </a:ext>
                </a:extLst>
              </p14:cNvPr>
              <p14:cNvContentPartPr/>
              <p14:nvPr/>
            </p14:nvContentPartPr>
            <p14:xfrm>
              <a:off x="7329943" y="2653714"/>
              <a:ext cx="1608840" cy="38520"/>
            </p14:xfrm>
          </p:contentPart>
        </mc:Choice>
        <mc:Fallback>
          <p:pic>
            <p:nvPicPr>
              <p:cNvPr id="9" name="Ink 8">
                <a:extLst>
                  <a:ext uri="{FF2B5EF4-FFF2-40B4-BE49-F238E27FC236}">
                    <a16:creationId xmlns:a16="http://schemas.microsoft.com/office/drawing/2014/main" id="{947AA358-1E0B-CF70-DCD6-99705C02BFF2}"/>
                  </a:ext>
                </a:extLst>
              </p:cNvPr>
              <p:cNvPicPr/>
              <p:nvPr/>
            </p:nvPicPr>
            <p:blipFill>
              <a:blip r:embed="rId8"/>
              <a:stretch>
                <a:fillRect/>
              </a:stretch>
            </p:blipFill>
            <p:spPr>
              <a:xfrm>
                <a:off x="7294303" y="2582074"/>
                <a:ext cx="1680480" cy="182160"/>
              </a:xfrm>
              <a:prstGeom prst="rect">
                <a:avLst/>
              </a:prstGeom>
            </p:spPr>
          </p:pic>
        </mc:Fallback>
      </mc:AlternateContent>
      <p:sp>
        <p:nvSpPr>
          <p:cNvPr id="10" name="TextBox 9">
            <a:extLst>
              <a:ext uri="{FF2B5EF4-FFF2-40B4-BE49-F238E27FC236}">
                <a16:creationId xmlns:a16="http://schemas.microsoft.com/office/drawing/2014/main" id="{29BF55A8-301E-2617-66D9-DA716A921872}"/>
              </a:ext>
            </a:extLst>
          </p:cNvPr>
          <p:cNvSpPr txBox="1"/>
          <p:nvPr/>
        </p:nvSpPr>
        <p:spPr>
          <a:xfrm>
            <a:off x="1532709" y="2633036"/>
            <a:ext cx="5252528" cy="369332"/>
          </a:xfrm>
          <a:prstGeom prst="rect">
            <a:avLst/>
          </a:prstGeom>
          <a:noFill/>
        </p:spPr>
        <p:txBody>
          <a:bodyPr wrap="none" rtlCol="0">
            <a:spAutoFit/>
          </a:bodyPr>
          <a:lstStyle/>
          <a:p>
            <a:r>
              <a:rPr lang="en-IT" dirty="0"/>
              <a:t>specify amplitude, frequency and phase of the inlet </a:t>
            </a:r>
          </a:p>
        </p:txBody>
      </p:sp>
      <p:pic>
        <p:nvPicPr>
          <p:cNvPr id="13" name="Time Varying Inlet">
            <a:hlinkClick r:id="" action="ppaction://media"/>
            <a:extLst>
              <a:ext uri="{FF2B5EF4-FFF2-40B4-BE49-F238E27FC236}">
                <a16:creationId xmlns:a16="http://schemas.microsoft.com/office/drawing/2014/main" id="{29132190-6E56-7E0B-8820-18B84CFD3556}"/>
              </a:ext>
            </a:extLst>
          </p:cNvPr>
          <p:cNvPicPr>
            <a:picLocks noGrp="1" noChangeAspect="1"/>
          </p:cNvPicPr>
          <p:nvPr>
            <p:ph idx="1"/>
            <a:videoFile r:link="rId2"/>
            <p:extLst>
              <p:ext uri="{DAA4B4D4-6D71-4841-9C94-3DE7FCFB9230}">
                <p14:media xmlns:p14="http://schemas.microsoft.com/office/powerpoint/2010/main" r:embed="rId1"/>
              </p:ext>
            </p:extLst>
          </p:nvPr>
        </p:nvPicPr>
        <p:blipFill>
          <a:blip r:embed="rId9"/>
          <a:srcRect l="9139" t="34127" r="8720" b="41481"/>
          <a:stretch>
            <a:fillRect/>
          </a:stretch>
        </p:blipFill>
        <p:spPr>
          <a:xfrm>
            <a:off x="852520" y="3854825"/>
            <a:ext cx="10499692" cy="2521162"/>
          </a:xfrm>
        </p:spPr>
      </p:pic>
    </p:spTree>
    <p:extLst>
      <p:ext uri="{BB962C8B-B14F-4D97-AF65-F5344CB8AC3E}">
        <p14:creationId xmlns:p14="http://schemas.microsoft.com/office/powerpoint/2010/main" val="5607284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3"/>
                </p:tgtEl>
              </p:cMediaNode>
            </p:video>
            <p:seq concurrent="1" nextAc="seek">
              <p:cTn id="8" restart="whenNotActive" fill="hold" evtFilter="cancelBubble" nodeType="interactiveSeq">
                <p:stCondLst>
                  <p:cond evt="onClick" delay="0">
                    <p:tgtEl>
                      <p:spTgt spid="1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3"/>
                                        </p:tgtEl>
                                      </p:cBhvr>
                                    </p:cmd>
                                  </p:childTnLst>
                                </p:cTn>
                              </p:par>
                            </p:childTnLst>
                          </p:cTn>
                        </p:par>
                      </p:childTnLst>
                    </p:cTn>
                  </p:par>
                </p:childTnLst>
              </p:cTn>
              <p:nextCondLst>
                <p:cond evt="onClick" delay="0">
                  <p:tgtEl>
                    <p:spTgt spid="13"/>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11C3AE-1E55-EA68-AD0F-4BD34017A779}"/>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50859682-A47A-1E9B-E470-9CD20BA753DA}"/>
              </a:ext>
            </a:extLst>
          </p:cNvPr>
          <p:cNvPicPr>
            <a:picLocks noChangeAspect="1"/>
          </p:cNvPicPr>
          <p:nvPr/>
        </p:nvPicPr>
        <p:blipFill>
          <a:blip r:embed="rId2"/>
          <a:srcRect t="51881" r="-602"/>
          <a:stretch>
            <a:fillRect/>
          </a:stretch>
        </p:blipFill>
        <p:spPr>
          <a:xfrm>
            <a:off x="4795489" y="1264224"/>
            <a:ext cx="6268425" cy="4897366"/>
          </a:xfrm>
          <a:prstGeom prst="rect">
            <a:avLst/>
          </a:prstGeom>
        </p:spPr>
      </p:pic>
      <p:sp>
        <p:nvSpPr>
          <p:cNvPr id="2" name="Title 1">
            <a:extLst>
              <a:ext uri="{FF2B5EF4-FFF2-40B4-BE49-F238E27FC236}">
                <a16:creationId xmlns:a16="http://schemas.microsoft.com/office/drawing/2014/main" id="{6DC7BC92-DC89-09BB-A302-F0008BF6F6C7}"/>
              </a:ext>
            </a:extLst>
          </p:cNvPr>
          <p:cNvSpPr>
            <a:spLocks noGrp="1"/>
          </p:cNvSpPr>
          <p:nvPr>
            <p:ph type="title"/>
          </p:nvPr>
        </p:nvSpPr>
        <p:spPr/>
        <p:txBody>
          <a:bodyPr/>
          <a:lstStyle/>
          <a:p>
            <a:r>
              <a:rPr lang="en-IT" dirty="0"/>
              <a:t>Implementation of the DFT</a:t>
            </a:r>
          </a:p>
        </p:txBody>
      </p:sp>
      <p:sp>
        <p:nvSpPr>
          <p:cNvPr id="4" name="Text Placeholder 3">
            <a:extLst>
              <a:ext uri="{FF2B5EF4-FFF2-40B4-BE49-F238E27FC236}">
                <a16:creationId xmlns:a16="http://schemas.microsoft.com/office/drawing/2014/main" id="{D87EF21B-C96A-5303-D166-F5840AD0694A}"/>
              </a:ext>
            </a:extLst>
          </p:cNvPr>
          <p:cNvSpPr>
            <a:spLocks noGrp="1"/>
          </p:cNvSpPr>
          <p:nvPr>
            <p:ph type="body" sz="half" idx="2"/>
          </p:nvPr>
        </p:nvSpPr>
        <p:spPr/>
        <p:txBody>
          <a:bodyPr/>
          <a:lstStyle/>
          <a:p>
            <a:r>
              <a:rPr lang="en-IT" dirty="0"/>
              <a:t>Implementation of a time varying inlet</a:t>
            </a:r>
          </a:p>
          <a:p>
            <a:r>
              <a:rPr lang="en-IT" dirty="0"/>
              <a:t>Implementation of the Discrete Fourier Transform for the objective function. For example, We set the drag coefficient CD as the objective function and compute the first amplitude of the Fourier Transform</a:t>
            </a:r>
          </a:p>
        </p:txBody>
      </p:sp>
      <p:cxnSp>
        <p:nvCxnSpPr>
          <p:cNvPr id="7" name="Straight Connector 6">
            <a:extLst>
              <a:ext uri="{FF2B5EF4-FFF2-40B4-BE49-F238E27FC236}">
                <a16:creationId xmlns:a16="http://schemas.microsoft.com/office/drawing/2014/main" id="{0C39B25A-D5FF-984B-4113-9AD31FA323B5}"/>
              </a:ext>
            </a:extLst>
          </p:cNvPr>
          <p:cNvCxnSpPr/>
          <p:nvPr/>
        </p:nvCxnSpPr>
        <p:spPr>
          <a:xfrm>
            <a:off x="6017623" y="2307771"/>
            <a:ext cx="4859382" cy="0"/>
          </a:xfrm>
          <a:prstGeom prst="line">
            <a:avLst/>
          </a:prstGeom>
          <a:ln>
            <a:prstDash val="dash"/>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2FDAAD8C-3ED4-35FA-4C8B-E210D8432D71}"/>
              </a:ext>
            </a:extLst>
          </p:cNvPr>
          <p:cNvCxnSpPr/>
          <p:nvPr/>
        </p:nvCxnSpPr>
        <p:spPr>
          <a:xfrm>
            <a:off x="5786827" y="5538651"/>
            <a:ext cx="4859382" cy="0"/>
          </a:xfrm>
          <a:prstGeom prst="line">
            <a:avLst/>
          </a:prstGeom>
          <a:ln>
            <a:prstDash val="dash"/>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4713DE5B-2F7F-980B-8120-B14C8E7253C7}"/>
              </a:ext>
            </a:extLst>
          </p:cNvPr>
          <p:cNvCxnSpPr/>
          <p:nvPr/>
        </p:nvCxnSpPr>
        <p:spPr>
          <a:xfrm>
            <a:off x="6050333" y="3934209"/>
            <a:ext cx="4859382" cy="0"/>
          </a:xfrm>
          <a:prstGeom prst="line">
            <a:avLst/>
          </a:prstGeom>
          <a:ln>
            <a:prstDash val="dash"/>
          </a:ln>
        </p:spPr>
        <p:style>
          <a:lnRef idx="2">
            <a:schemeClr val="accent1"/>
          </a:lnRef>
          <a:fillRef idx="0">
            <a:schemeClr val="accent1"/>
          </a:fillRef>
          <a:effectRef idx="1">
            <a:schemeClr val="accent1"/>
          </a:effectRef>
          <a:fontRef idx="minor">
            <a:schemeClr val="tx1"/>
          </a:fontRef>
        </p:style>
      </p:cxnSp>
      <p:sp>
        <p:nvSpPr>
          <p:cNvPr id="20" name="Rectangle 19">
            <a:extLst>
              <a:ext uri="{FF2B5EF4-FFF2-40B4-BE49-F238E27FC236}">
                <a16:creationId xmlns:a16="http://schemas.microsoft.com/office/drawing/2014/main" id="{C18E7887-C7F7-A427-FE90-D1A9BA35E692}"/>
              </a:ext>
            </a:extLst>
          </p:cNvPr>
          <p:cNvSpPr/>
          <p:nvPr/>
        </p:nvSpPr>
        <p:spPr>
          <a:xfrm>
            <a:off x="7994211" y="2307771"/>
            <a:ext cx="2761306" cy="3230880"/>
          </a:xfrm>
          <a:prstGeom prst="rect">
            <a:avLst/>
          </a:prstGeom>
          <a:solidFill>
            <a:srgbClr val="FFFF00">
              <a:alpha val="17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T" dirty="0"/>
          </a:p>
        </p:txBody>
      </p:sp>
      <p:cxnSp>
        <p:nvCxnSpPr>
          <p:cNvPr id="11" name="Straight Arrow Connector 10">
            <a:extLst>
              <a:ext uri="{FF2B5EF4-FFF2-40B4-BE49-F238E27FC236}">
                <a16:creationId xmlns:a16="http://schemas.microsoft.com/office/drawing/2014/main" id="{E25A8922-5430-FA0D-8DAD-DA850F69890D}"/>
              </a:ext>
            </a:extLst>
          </p:cNvPr>
          <p:cNvCxnSpPr>
            <a:cxnSpLocks/>
          </p:cNvCxnSpPr>
          <p:nvPr/>
        </p:nvCxnSpPr>
        <p:spPr>
          <a:xfrm>
            <a:off x="10122550" y="2307771"/>
            <a:ext cx="0" cy="161544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05186270-60EA-F68C-C712-C33CA87A0B72}"/>
              </a:ext>
            </a:extLst>
          </p:cNvPr>
          <p:cNvSpPr txBox="1"/>
          <p:nvPr/>
        </p:nvSpPr>
        <p:spPr>
          <a:xfrm>
            <a:off x="10289032" y="3007222"/>
            <a:ext cx="620683" cy="369332"/>
          </a:xfrm>
          <a:prstGeom prst="rect">
            <a:avLst/>
          </a:prstGeom>
          <a:noFill/>
        </p:spPr>
        <p:txBody>
          <a:bodyPr wrap="none" rtlCol="0">
            <a:spAutoFit/>
          </a:bodyPr>
          <a:lstStyle/>
          <a:p>
            <a:r>
              <a:rPr lang="en-IT" dirty="0"/>
              <a:t>0.72</a:t>
            </a:r>
          </a:p>
        </p:txBody>
      </p:sp>
      <p:sp>
        <p:nvSpPr>
          <p:cNvPr id="21" name="TextBox 20">
            <a:extLst>
              <a:ext uri="{FF2B5EF4-FFF2-40B4-BE49-F238E27FC236}">
                <a16:creationId xmlns:a16="http://schemas.microsoft.com/office/drawing/2014/main" id="{46CD2FBB-5F97-0B46-30A8-556CB906067C}"/>
              </a:ext>
            </a:extLst>
          </p:cNvPr>
          <p:cNvSpPr txBox="1"/>
          <p:nvPr/>
        </p:nvSpPr>
        <p:spPr>
          <a:xfrm>
            <a:off x="8708751" y="1893414"/>
            <a:ext cx="1745414" cy="369332"/>
          </a:xfrm>
          <a:prstGeom prst="rect">
            <a:avLst/>
          </a:prstGeom>
          <a:noFill/>
        </p:spPr>
        <p:txBody>
          <a:bodyPr wrap="none" rtlCol="0">
            <a:spAutoFit/>
          </a:bodyPr>
          <a:lstStyle/>
          <a:p>
            <a:r>
              <a:rPr lang="en-IT" dirty="0"/>
              <a:t>Square Window</a:t>
            </a:r>
          </a:p>
        </p:txBody>
      </p:sp>
      <p:pic>
        <p:nvPicPr>
          <p:cNvPr id="22" name="Picture 21">
            <a:extLst>
              <a:ext uri="{FF2B5EF4-FFF2-40B4-BE49-F238E27FC236}">
                <a16:creationId xmlns:a16="http://schemas.microsoft.com/office/drawing/2014/main" id="{3E3DC890-C51B-E655-D848-2D7D17F2C3DE}"/>
              </a:ext>
            </a:extLst>
          </p:cNvPr>
          <p:cNvPicPr>
            <a:picLocks noChangeAspect="1"/>
          </p:cNvPicPr>
          <p:nvPr/>
        </p:nvPicPr>
        <p:blipFill>
          <a:blip r:embed="rId3"/>
          <a:stretch>
            <a:fillRect/>
          </a:stretch>
        </p:blipFill>
        <p:spPr>
          <a:xfrm>
            <a:off x="1545791" y="3656706"/>
            <a:ext cx="2294003" cy="2818347"/>
          </a:xfrm>
          <a:prstGeom prst="rect">
            <a:avLst/>
          </a:prstGeom>
        </p:spPr>
      </p:pic>
      <mc:AlternateContent xmlns:mc="http://schemas.openxmlformats.org/markup-compatibility/2006">
        <mc:Choice xmlns:p14="http://schemas.microsoft.com/office/powerpoint/2010/main" Requires="p14">
          <p:contentPart p14:bwMode="auto" r:id="rId4">
            <p14:nvContentPartPr>
              <p14:cNvPr id="23" name="Ink 22">
                <a:extLst>
                  <a:ext uri="{FF2B5EF4-FFF2-40B4-BE49-F238E27FC236}">
                    <a16:creationId xmlns:a16="http://schemas.microsoft.com/office/drawing/2014/main" id="{1CD8E8C9-40C7-DCF7-B693-906F2BC48666}"/>
                  </a:ext>
                </a:extLst>
              </p14:cNvPr>
              <p14:cNvContentPartPr/>
              <p14:nvPr/>
            </p14:nvContentPartPr>
            <p14:xfrm>
              <a:off x="1697400" y="4039128"/>
              <a:ext cx="1457640" cy="9360"/>
            </p14:xfrm>
          </p:contentPart>
        </mc:Choice>
        <mc:Fallback>
          <p:pic>
            <p:nvPicPr>
              <p:cNvPr id="23" name="Ink 22">
                <a:extLst>
                  <a:ext uri="{FF2B5EF4-FFF2-40B4-BE49-F238E27FC236}">
                    <a16:creationId xmlns:a16="http://schemas.microsoft.com/office/drawing/2014/main" id="{1CD8E8C9-40C7-DCF7-B693-906F2BC48666}"/>
                  </a:ext>
                </a:extLst>
              </p:cNvPr>
              <p:cNvPicPr/>
              <p:nvPr/>
            </p:nvPicPr>
            <p:blipFill>
              <a:blip r:embed="rId5"/>
              <a:stretch>
                <a:fillRect/>
              </a:stretch>
            </p:blipFill>
            <p:spPr>
              <a:xfrm>
                <a:off x="1661400" y="3967128"/>
                <a:ext cx="1529280" cy="153000"/>
              </a:xfrm>
              <a:prstGeom prst="rect">
                <a:avLst/>
              </a:prstGeom>
            </p:spPr>
          </p:pic>
        </mc:Fallback>
      </mc:AlternateContent>
    </p:spTree>
    <p:extLst>
      <p:ext uri="{BB962C8B-B14F-4D97-AF65-F5344CB8AC3E}">
        <p14:creationId xmlns:p14="http://schemas.microsoft.com/office/powerpoint/2010/main" val="42720422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3ED1B9-9315-CD17-1E60-BA36F6C42870}"/>
              </a:ext>
            </a:extLst>
          </p:cNvPr>
          <p:cNvSpPr>
            <a:spLocks noGrp="1"/>
          </p:cNvSpPr>
          <p:nvPr>
            <p:ph type="title"/>
          </p:nvPr>
        </p:nvSpPr>
        <p:spPr/>
        <p:txBody>
          <a:bodyPr/>
          <a:lstStyle/>
          <a:p>
            <a:r>
              <a:rPr lang="en-IT" dirty="0"/>
              <a:t>Calculation of the gradient with respect to FFD Boxes</a:t>
            </a:r>
          </a:p>
        </p:txBody>
      </p:sp>
      <p:pic>
        <p:nvPicPr>
          <p:cNvPr id="5" name="Content Placeholder 4">
            <a:extLst>
              <a:ext uri="{FF2B5EF4-FFF2-40B4-BE49-F238E27FC236}">
                <a16:creationId xmlns:a16="http://schemas.microsoft.com/office/drawing/2014/main" id="{3B8082BE-679E-4CF5-E999-44073DDA22D1}"/>
              </a:ext>
            </a:extLst>
          </p:cNvPr>
          <p:cNvPicPr>
            <a:picLocks noGrp="1" noChangeAspect="1"/>
          </p:cNvPicPr>
          <p:nvPr>
            <p:ph idx="1"/>
          </p:nvPr>
        </p:nvPicPr>
        <p:blipFill>
          <a:blip r:embed="rId2"/>
          <a:srcRect l="8363" t="9145" r="9144" b="8363"/>
          <a:stretch>
            <a:fillRect/>
          </a:stretch>
        </p:blipFill>
        <p:spPr>
          <a:xfrm>
            <a:off x="5353748" y="1363455"/>
            <a:ext cx="5998464" cy="4849568"/>
          </a:xfrm>
          <a:prstGeom prst="rect">
            <a:avLst/>
          </a:prstGeom>
        </p:spPr>
      </p:pic>
      <p:sp>
        <p:nvSpPr>
          <p:cNvPr id="4" name="Text Placeholder 3">
            <a:extLst>
              <a:ext uri="{FF2B5EF4-FFF2-40B4-BE49-F238E27FC236}">
                <a16:creationId xmlns:a16="http://schemas.microsoft.com/office/drawing/2014/main" id="{70E53C46-A2B7-A017-5967-10D5856791F0}"/>
              </a:ext>
            </a:extLst>
          </p:cNvPr>
          <p:cNvSpPr>
            <a:spLocks noGrp="1"/>
          </p:cNvSpPr>
          <p:nvPr>
            <p:ph type="body" sz="half" idx="2"/>
          </p:nvPr>
        </p:nvSpPr>
        <p:spPr>
          <a:xfrm>
            <a:off x="839788" y="1363769"/>
            <a:ext cx="4140201" cy="4847843"/>
          </a:xfrm>
        </p:spPr>
        <p:txBody>
          <a:bodyPr/>
          <a:lstStyle/>
          <a:p>
            <a:r>
              <a:rPr lang="en-IT" dirty="0"/>
              <a:t>10 Design Variables</a:t>
            </a:r>
          </a:p>
          <a:p>
            <a:r>
              <a:rPr lang="en-IT" dirty="0"/>
              <a:t>Using the Discrete Adjoint method we can calculate the gradient of the amplitude of first harmonic of the DRAG oscillations with respect to the FFD boxes nodes di</a:t>
            </a:r>
          </a:p>
        </p:txBody>
      </p:sp>
      <p:grpSp>
        <p:nvGrpSpPr>
          <p:cNvPr id="25" name="Group 24">
            <a:extLst>
              <a:ext uri="{FF2B5EF4-FFF2-40B4-BE49-F238E27FC236}">
                <a16:creationId xmlns:a16="http://schemas.microsoft.com/office/drawing/2014/main" id="{CCAC99F0-9500-74F7-2EC8-D40F85468B67}"/>
              </a:ext>
            </a:extLst>
          </p:cNvPr>
          <p:cNvGrpSpPr/>
          <p:nvPr/>
        </p:nvGrpSpPr>
        <p:grpSpPr>
          <a:xfrm>
            <a:off x="6683530" y="3806825"/>
            <a:ext cx="1720850" cy="598170"/>
            <a:chOff x="6683530" y="3806825"/>
            <a:chExt cx="1720850" cy="598170"/>
          </a:xfrm>
        </p:grpSpPr>
        <p:cxnSp>
          <p:nvCxnSpPr>
            <p:cNvPr id="7" name="Straight Arrow Connector 6">
              <a:extLst>
                <a:ext uri="{FF2B5EF4-FFF2-40B4-BE49-F238E27FC236}">
                  <a16:creationId xmlns:a16="http://schemas.microsoft.com/office/drawing/2014/main" id="{066E6A1B-DB2F-CE05-6373-9183A9126AE8}"/>
                </a:ext>
              </a:extLst>
            </p:cNvPr>
            <p:cNvCxnSpPr>
              <a:cxnSpLocks/>
            </p:cNvCxnSpPr>
            <p:nvPr/>
          </p:nvCxnSpPr>
          <p:spPr>
            <a:xfrm>
              <a:off x="6683530" y="3806825"/>
              <a:ext cx="0" cy="287020"/>
            </a:xfrm>
            <a:prstGeom prst="straightConnector1">
              <a:avLst/>
            </a:prstGeom>
            <a:ln>
              <a:solidFill>
                <a:schemeClr val="accent6">
                  <a:lumMod val="60000"/>
                  <a:lumOff val="40000"/>
                </a:schemeClr>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6A557FF8-F6D5-7040-4A3D-6A4F4668E678}"/>
                </a:ext>
              </a:extLst>
            </p:cNvPr>
            <p:cNvCxnSpPr>
              <a:cxnSpLocks/>
            </p:cNvCxnSpPr>
            <p:nvPr/>
          </p:nvCxnSpPr>
          <p:spPr>
            <a:xfrm>
              <a:off x="7115330" y="3806825"/>
              <a:ext cx="0" cy="287020"/>
            </a:xfrm>
            <a:prstGeom prst="straightConnector1">
              <a:avLst/>
            </a:prstGeom>
            <a:ln>
              <a:solidFill>
                <a:schemeClr val="accent6">
                  <a:lumMod val="60000"/>
                  <a:lumOff val="40000"/>
                </a:schemeClr>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7611B508-010F-9AF9-53B6-902ED41EE7B8}"/>
                </a:ext>
              </a:extLst>
            </p:cNvPr>
            <p:cNvCxnSpPr>
              <a:cxnSpLocks/>
            </p:cNvCxnSpPr>
            <p:nvPr/>
          </p:nvCxnSpPr>
          <p:spPr>
            <a:xfrm>
              <a:off x="7547130" y="3806825"/>
              <a:ext cx="0" cy="287020"/>
            </a:xfrm>
            <a:prstGeom prst="straightConnector1">
              <a:avLst/>
            </a:prstGeom>
            <a:ln>
              <a:solidFill>
                <a:schemeClr val="accent6">
                  <a:lumMod val="60000"/>
                  <a:lumOff val="40000"/>
                </a:schemeClr>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7BE9F909-00E0-3827-E033-1CDC876D148D}"/>
                </a:ext>
              </a:extLst>
            </p:cNvPr>
            <p:cNvCxnSpPr>
              <a:cxnSpLocks/>
            </p:cNvCxnSpPr>
            <p:nvPr/>
          </p:nvCxnSpPr>
          <p:spPr>
            <a:xfrm>
              <a:off x="7978930" y="3806825"/>
              <a:ext cx="0" cy="287020"/>
            </a:xfrm>
            <a:prstGeom prst="straightConnector1">
              <a:avLst/>
            </a:prstGeom>
            <a:ln>
              <a:solidFill>
                <a:schemeClr val="accent6">
                  <a:lumMod val="60000"/>
                  <a:lumOff val="40000"/>
                </a:schemeClr>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F21F069A-35C8-86E0-EC7B-29328FB35308}"/>
                </a:ext>
              </a:extLst>
            </p:cNvPr>
            <p:cNvCxnSpPr>
              <a:cxnSpLocks/>
            </p:cNvCxnSpPr>
            <p:nvPr/>
          </p:nvCxnSpPr>
          <p:spPr>
            <a:xfrm>
              <a:off x="8404380" y="3806825"/>
              <a:ext cx="0" cy="287020"/>
            </a:xfrm>
            <a:prstGeom prst="straightConnector1">
              <a:avLst/>
            </a:prstGeom>
            <a:ln>
              <a:solidFill>
                <a:schemeClr val="accent6">
                  <a:lumMod val="60000"/>
                  <a:lumOff val="40000"/>
                </a:schemeClr>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B7503818-1F07-2533-2503-4D0A77D1FEAA}"/>
                </a:ext>
              </a:extLst>
            </p:cNvPr>
            <p:cNvCxnSpPr>
              <a:cxnSpLocks/>
            </p:cNvCxnSpPr>
            <p:nvPr/>
          </p:nvCxnSpPr>
          <p:spPr>
            <a:xfrm>
              <a:off x="6683530" y="4117975"/>
              <a:ext cx="0" cy="287020"/>
            </a:xfrm>
            <a:prstGeom prst="straightConnector1">
              <a:avLst/>
            </a:prstGeom>
            <a:ln>
              <a:solidFill>
                <a:schemeClr val="accent6">
                  <a:lumMod val="60000"/>
                  <a:lumOff val="40000"/>
                </a:schemeClr>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2013C4B6-AB1F-3969-E5E2-9EC404DE2C4F}"/>
                </a:ext>
              </a:extLst>
            </p:cNvPr>
            <p:cNvCxnSpPr>
              <a:cxnSpLocks/>
            </p:cNvCxnSpPr>
            <p:nvPr/>
          </p:nvCxnSpPr>
          <p:spPr>
            <a:xfrm>
              <a:off x="7115330" y="4117975"/>
              <a:ext cx="0" cy="287020"/>
            </a:xfrm>
            <a:prstGeom prst="straightConnector1">
              <a:avLst/>
            </a:prstGeom>
            <a:ln>
              <a:solidFill>
                <a:schemeClr val="accent6">
                  <a:lumMod val="60000"/>
                  <a:lumOff val="40000"/>
                </a:schemeClr>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6A96000D-4F02-B2B2-0E23-A82D58DFD1DC}"/>
                </a:ext>
              </a:extLst>
            </p:cNvPr>
            <p:cNvCxnSpPr>
              <a:cxnSpLocks/>
            </p:cNvCxnSpPr>
            <p:nvPr/>
          </p:nvCxnSpPr>
          <p:spPr>
            <a:xfrm>
              <a:off x="7547130" y="4117975"/>
              <a:ext cx="0" cy="287020"/>
            </a:xfrm>
            <a:prstGeom prst="straightConnector1">
              <a:avLst/>
            </a:prstGeom>
            <a:ln>
              <a:solidFill>
                <a:schemeClr val="accent6">
                  <a:lumMod val="60000"/>
                  <a:lumOff val="40000"/>
                </a:schemeClr>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E6537600-2FB1-5B49-A188-7841574599B5}"/>
                </a:ext>
              </a:extLst>
            </p:cNvPr>
            <p:cNvCxnSpPr>
              <a:cxnSpLocks/>
            </p:cNvCxnSpPr>
            <p:nvPr/>
          </p:nvCxnSpPr>
          <p:spPr>
            <a:xfrm>
              <a:off x="7978930" y="4117975"/>
              <a:ext cx="0" cy="287020"/>
            </a:xfrm>
            <a:prstGeom prst="straightConnector1">
              <a:avLst/>
            </a:prstGeom>
            <a:ln>
              <a:solidFill>
                <a:schemeClr val="accent6">
                  <a:lumMod val="60000"/>
                  <a:lumOff val="40000"/>
                </a:schemeClr>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26E786B7-A3C4-A48A-46F6-F218722DE249}"/>
                </a:ext>
              </a:extLst>
            </p:cNvPr>
            <p:cNvCxnSpPr>
              <a:cxnSpLocks/>
            </p:cNvCxnSpPr>
            <p:nvPr/>
          </p:nvCxnSpPr>
          <p:spPr>
            <a:xfrm>
              <a:off x="8404380" y="4117975"/>
              <a:ext cx="0" cy="287020"/>
            </a:xfrm>
            <a:prstGeom prst="straightConnector1">
              <a:avLst/>
            </a:prstGeom>
            <a:ln>
              <a:solidFill>
                <a:schemeClr val="accent6">
                  <a:lumMod val="60000"/>
                  <a:lumOff val="40000"/>
                </a:schemeClr>
              </a:solidFill>
              <a:headEnd type="triangle"/>
              <a:tailEnd type="triangle"/>
            </a:ln>
          </p:spPr>
          <p:style>
            <a:lnRef idx="2">
              <a:schemeClr val="accent1"/>
            </a:lnRef>
            <a:fillRef idx="0">
              <a:schemeClr val="accent1"/>
            </a:fillRef>
            <a:effectRef idx="1">
              <a:schemeClr val="accent1"/>
            </a:effectRef>
            <a:fontRef idx="minor">
              <a:schemeClr val="tx1"/>
            </a:fontRef>
          </p:style>
        </p:cxnSp>
      </p:grpSp>
      <p:pic>
        <p:nvPicPr>
          <p:cNvPr id="24" name="Picture 23">
            <a:extLst>
              <a:ext uri="{FF2B5EF4-FFF2-40B4-BE49-F238E27FC236}">
                <a16:creationId xmlns:a16="http://schemas.microsoft.com/office/drawing/2014/main" id="{F4690357-EF5B-ED0C-CB24-433EB407B24E}"/>
              </a:ext>
            </a:extLst>
          </p:cNvPr>
          <p:cNvPicPr>
            <a:picLocks noChangeAspect="1"/>
          </p:cNvPicPr>
          <p:nvPr/>
        </p:nvPicPr>
        <p:blipFill>
          <a:blip r:embed="rId3"/>
          <a:stretch>
            <a:fillRect/>
          </a:stretch>
        </p:blipFill>
        <p:spPr>
          <a:xfrm>
            <a:off x="760540" y="2766706"/>
            <a:ext cx="4593208" cy="3444906"/>
          </a:xfrm>
          <a:prstGeom prst="rect">
            <a:avLst/>
          </a:prstGeom>
        </p:spPr>
      </p:pic>
    </p:spTree>
    <p:extLst>
      <p:ext uri="{BB962C8B-B14F-4D97-AF65-F5344CB8AC3E}">
        <p14:creationId xmlns:p14="http://schemas.microsoft.com/office/powerpoint/2010/main" val="121533233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17336</TotalTime>
  <Words>162</Words>
  <Application>Microsoft Macintosh PowerPoint</Application>
  <PresentationFormat>Widescreen</PresentationFormat>
  <Paragraphs>19</Paragraphs>
  <Slides>5</Slides>
  <Notes>0</Notes>
  <HiddenSlides>0</HiddenSlides>
  <MMClips>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Aptos</vt:lpstr>
      <vt:lpstr>Aptos Display</vt:lpstr>
      <vt:lpstr>Arial</vt:lpstr>
      <vt:lpstr>Office Theme</vt:lpstr>
      <vt:lpstr>Notes about the Flame Transfer Function optimisation</vt:lpstr>
      <vt:lpstr>Outline</vt:lpstr>
      <vt:lpstr>Implementation of the Time Varying inlet</vt:lpstr>
      <vt:lpstr>Implementation of the DFT</vt:lpstr>
      <vt:lpstr>Calculation of the gradient with respect to FFD Boxes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ALESSANDRO GIANNOTTA</dc:creator>
  <cp:lastModifiedBy>ALESSANDRO GIANNOTTA</cp:lastModifiedBy>
  <cp:revision>2</cp:revision>
  <dcterms:created xsi:type="dcterms:W3CDTF">2025-11-13T14:33:27Z</dcterms:created>
  <dcterms:modified xsi:type="dcterms:W3CDTF">2025-11-25T15:31:12Z</dcterms:modified>
</cp:coreProperties>
</file>